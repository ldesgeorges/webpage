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31.xml" ContentType="application/vnd.openxmlformats-officedocument.presentationml.notesSlide+xml"/>
  <Override PartName="/ppt/notesSlides/notesSlide130.xml" ContentType="application/vnd.openxmlformats-officedocument.presentationml.notesSlide+xml"/>
  <Override PartName="/ppt/notesSlides/notesSlide129.xml" ContentType="application/vnd.openxmlformats-officedocument.presentationml.notesSlide+xml"/>
  <Override PartName="/ppt/notesSlides/notesSlide128.xml" ContentType="application/vnd.openxmlformats-officedocument.presentationml.notesSlide+xml"/>
  <Override PartName="/ppt/notesSlides/notesSlide127.xml" ContentType="application/vnd.openxmlformats-officedocument.presentationml.notesSlide+xml"/>
  <Override PartName="/ppt/notesSlides/notesSlide124.xml" ContentType="application/vnd.openxmlformats-officedocument.presentationml.notesSlide+xml"/>
  <Override PartName="/ppt/notesSlides/notesSlide123.xml" ContentType="application/vnd.openxmlformats-officedocument.presentationml.notesSlide+xml"/>
  <Override PartName="/ppt/notesSlides/notesSlide122.xml" ContentType="application/vnd.openxmlformats-officedocument.presentationml.notesSlide+xml"/>
  <Override PartName="/ppt/notesSlides/notesSlide121.xml" ContentType="application/vnd.openxmlformats-officedocument.presentationml.notesSlide+xml"/>
  <Override PartName="/ppt/notesSlides/notesSlide120.xml" ContentType="application/vnd.openxmlformats-officedocument.presentationml.notesSlide+xml"/>
  <Override PartName="/ppt/notesSlides/notesSlide119.xml" ContentType="application/vnd.openxmlformats-officedocument.presentationml.notesSlide+xml"/>
  <Override PartName="/ppt/notesSlides/notesSlide115.xml" ContentType="application/vnd.openxmlformats-officedocument.presentationml.notesSlide+xml"/>
  <Override PartName="/ppt/notesSlides/notesSlide114.xml" ContentType="application/vnd.openxmlformats-officedocument.presentationml.notesSlide+xml"/>
  <Override PartName="/ppt/notesSlides/notesSlide113.xml" ContentType="application/vnd.openxmlformats-officedocument.presentationml.notesSlide+xml"/>
  <Override PartName="/ppt/notesSlides/notesSlide111.xml" ContentType="application/vnd.openxmlformats-officedocument.presentationml.notesSlide+xml"/>
  <Override PartName="/ppt/notesSlides/notesSlide108.xml" ContentType="application/vnd.openxmlformats-officedocument.presentationml.notesSlide+xml"/>
  <Override PartName="/ppt/notesSlides/notesSlide107.xml" ContentType="application/vnd.openxmlformats-officedocument.presentationml.notesSlide+xml"/>
  <Override PartName="/ppt/notesSlides/notesSlide106.xml" ContentType="application/vnd.openxmlformats-officedocument.presentationml.notesSlide+xml"/>
  <Override PartName="/ppt/notesSlides/notesSlide105.xml" ContentType="application/vnd.openxmlformats-officedocument.presentationml.notesSlide+xml"/>
  <Override PartName="/ppt/notesSlides/notesSlide104.xml" ContentType="application/vnd.openxmlformats-officedocument.presentationml.notesSlide+xml"/>
  <Override PartName="/ppt/notesSlides/notesSlide101.xml" ContentType="application/vnd.openxmlformats-officedocument.presentationml.notesSlide+xml"/>
  <Override PartName="/ppt/notesSlides/notesSlide100.xml" ContentType="application/vnd.openxmlformats-officedocument.presentationml.notesSlide+xml"/>
  <Override PartName="/ppt/notesSlides/notesSlide91.xml" ContentType="application/vnd.openxmlformats-officedocument.presentationml.notesSlide+xml"/>
  <Override PartName="/ppt/notesSlides/notesSlide88.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0.xml" ContentType="application/vnd.openxmlformats-officedocument.presentationml.notesSlide+xml"/>
  <Override PartName="/ppt/notesSlides/notesSlide75.xml" ContentType="application/vnd.openxmlformats-officedocument.presentationml.notesSlide+xml"/>
  <Override PartName="/ppt/notesSlides/notesSlide71.xml" ContentType="application/vnd.openxmlformats-officedocument.presentationml.notesSlide+xml"/>
  <Override PartName="/ppt/notesSlides/notesSlide70.xml" ContentType="application/vnd.openxmlformats-officedocument.presentationml.notesSlide+xml"/>
  <Override PartName="/ppt/notesSlides/notesSlide68.xml" ContentType="application/vnd.openxmlformats-officedocument.presentationml.notesSlide+xml"/>
  <Override PartName="/ppt/notesSlides/notesSlide63.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4.xml" ContentType="application/vnd.openxmlformats-officedocument.presentationml.notesSlide+xml"/>
  <Override PartName="/ppt/notesSlides/notesSlide52.xml" ContentType="application/vnd.openxmlformats-officedocument.presentationml.notesSlide+xml"/>
  <Override PartName="/ppt/notesSlides/notesSlide125.xml" ContentType="application/vnd.openxmlformats-officedocument.presentationml.notesSlide+xml"/>
  <Override PartName="/ppt/notesSlides/notesSlide50.xml" ContentType="application/vnd.openxmlformats-officedocument.presentationml.notesSlide+xml"/>
  <Override PartName="/ppt/notesSlides/notesSlide49.xml" ContentType="application/vnd.openxmlformats-officedocument.presentationml.notesSlide+xml"/>
  <Override PartName="/ppt/notesSlides/notesSlide117.xml" ContentType="application/vnd.openxmlformats-officedocument.presentationml.notesSlide+xml"/>
  <Override PartName="/ppt/notesSlides/notesSlide42.xml" ContentType="application/vnd.openxmlformats-officedocument.presentationml.notesSlide+xml"/>
  <Override PartName="/ppt/notesSlides/notesSlide132.xml" ContentType="application/vnd.openxmlformats-officedocument.presentationml.notesSlide+xml"/>
  <Override PartName="/ppt/notesSlides/notesSlide40.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98.xml" ContentType="application/vnd.openxmlformats-officedocument.presentationml.notesSlide+xml"/>
  <Override PartName="/ppt/notesSlides/notesSlide93.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7.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95.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48.xml" ContentType="application/vnd.openxmlformats-officedocument.presentationml.notesSlide+xml"/>
  <Override PartName="/ppt/notesSlides/notesSlide13.xml" ContentType="application/vnd.openxmlformats-officedocument.presentationml.notesSlide+xml"/>
  <Override PartName="/ppt/notesSlides/notesSlide51.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110.xml" ContentType="application/vnd.openxmlformats-officedocument.presentationml.notesSlide+xml"/>
  <Override PartName="/ppt/slides/slide133.xml" ContentType="application/vnd.openxmlformats-officedocument.presentationml.slide+xml"/>
  <Override PartName="/ppt/slides/slide132.xml" ContentType="application/vnd.openxmlformats-officedocument.presentationml.slide+xml"/>
  <Override PartName="/ppt/slides/slide131.xml" ContentType="application/vnd.openxmlformats-officedocument.presentationml.slide+xml"/>
  <Override PartName="/ppt/slides/slide129.xml" ContentType="application/vnd.openxmlformats-officedocument.presentationml.slide+xml"/>
  <Override PartName="/ppt/notesSlides/notesSlide15.xml" ContentType="application/vnd.openxmlformats-officedocument.presentationml.notesSlide+xml"/>
  <Override PartName="/ppt/slides/slide127.xml" ContentType="application/vnd.openxmlformats-officedocument.presentationml.slide+xml"/>
  <Override PartName="/ppt/slides/slide125.xml" ContentType="application/vnd.openxmlformats-officedocument.presentationml.slide+xml"/>
  <Override PartName="/ppt/slides/slide124.xml" ContentType="application/vnd.openxmlformats-officedocument.presentationml.slide+xml"/>
  <Override PartName="/ppt/slides/slide123.xml" ContentType="application/vnd.openxmlformats-officedocument.presentationml.slide+xml"/>
  <Override PartName="/ppt/notesSlides/notesSlide116.xml" ContentType="application/vnd.openxmlformats-officedocument.presentationml.notesSlide+xml"/>
  <Override PartName="/ppt/slides/slide121.xml" ContentType="application/vnd.openxmlformats-officedocument.presentationml.slide+xml"/>
  <Override PartName="/ppt/slides/slide119.xml" ContentType="application/vnd.openxmlformats-officedocument.presentationml.slide+xml"/>
  <Override PartName="/ppt/slides/slide114.xml" ContentType="application/vnd.openxmlformats-officedocument.presentationml.slide+xml"/>
  <Override PartName="/ppt/notesSlides/notesSlide61.xml" ContentType="application/vnd.openxmlformats-officedocument.presentationml.notesSlide+xml"/>
  <Override PartName="/ppt/notesSlides/notesSlide44.xml" ContentType="application/vnd.openxmlformats-officedocument.presentationml.notesSlide+xml"/>
  <Override PartName="/ppt/slides/slide113.xml" ContentType="application/vnd.openxmlformats-officedocument.presentationml.slide+xml"/>
  <Override PartName="/ppt/slides/slide110.xml" ContentType="application/vnd.openxmlformats-officedocument.presentationml.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slides/slide108.xml" ContentType="application/vnd.openxmlformats-officedocument.presentationml.slide+xml"/>
  <Override PartName="/ppt/slides/slide107.xml" ContentType="application/vnd.openxmlformats-officedocument.presentationml.slide+xml"/>
  <Override PartName="/ppt/slides/slide102.xml" ContentType="application/vnd.openxmlformats-officedocument.presentationml.slide+xml"/>
  <Override PartName="/ppt/slides/slide99.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128.xml" ContentType="application/vnd.openxmlformats-officedocument.presentationml.slide+xml"/>
  <Override PartName="/ppt/slides/slide92.xml" ContentType="application/vnd.openxmlformats-officedocument.presentationml.slide+xml"/>
  <Override PartName="/ppt/slides/slide87.xml" ContentType="application/vnd.openxmlformats-officedocument.presentationml.slide+xml"/>
  <Override PartName="/ppt/notesSlides/notesSlide73.xml" ContentType="application/vnd.openxmlformats-officedocument.presentationml.notesSlide+xml"/>
  <Override PartName="/ppt/slides/slide85.xml" ContentType="application/vnd.openxmlformats-officedocument.presentationml.slide+xml"/>
  <Override PartName="/ppt/slides/slide83.xml" ContentType="application/vnd.openxmlformats-officedocument.presentationml.slide+xml"/>
  <Override PartName="/ppt/notesSlides/notesSlide20.xml" ContentType="application/vnd.openxmlformats-officedocument.presentationml.notesSlide+xml"/>
  <Override PartName="/ppt/slides/slide95.xml" ContentType="application/vnd.openxmlformats-officedocument.presentationml.slide+xml"/>
  <Override PartName="/ppt/slides/slide81.xml" ContentType="application/vnd.openxmlformats-officedocument.presentationml.slide+xml"/>
  <Override PartName="/ppt/slides/slide90.xml" ContentType="application/vnd.openxmlformats-officedocument.presentationml.slide+xml"/>
  <Override PartName="/ppt/slides/slide80.xml" ContentType="application/vnd.openxmlformats-officedocument.presentationml.slide+xml"/>
  <Override PartName="/ppt/notesSlides/notesSlide74.xml" ContentType="application/vnd.openxmlformats-officedocument.presentationml.notesSlide+xml"/>
  <Override PartName="/ppt/slides/slide79.xml" ContentType="application/vnd.openxmlformats-officedocument.presentationml.slide+xml"/>
  <Override PartName="/ppt/slides/slide112.xml" ContentType="application/vnd.openxmlformats-officedocument.presentationml.slide+xml"/>
  <Override PartName="/ppt/notesSlides/notesSlide57.xml" ContentType="application/vnd.openxmlformats-officedocument.presentationml.notesSlide+xml"/>
  <Override PartName="/ppt/slides/slide77.xml" ContentType="application/vnd.openxmlformats-officedocument.presentationml.slide+xml"/>
  <Override PartName="/ppt/slides/slide75.xml" ContentType="application/vnd.openxmlformats-officedocument.presentationml.slide+xml"/>
  <Override PartName="/ppt/slides/slide72.xml" ContentType="application/vnd.openxmlformats-officedocument.presentationml.slide+xml"/>
  <Override PartName="/ppt/notesSlides/notesSlide53.xml" ContentType="application/vnd.openxmlformats-officedocument.presentationml.notesSlide+xml"/>
  <Override PartName="/ppt/slides/slide12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7.xml" ContentType="application/vnd.openxmlformats-officedocument.presentationml.slide+xml"/>
  <Override PartName="/ppt/notesSlides/notesSlide29.xml" ContentType="application/vnd.openxmlformats-officedocument.presentationml.notesSlide+xml"/>
  <Override PartName="/ppt/notesSlides/notesSlide99.xml" ContentType="application/vnd.openxmlformats-officedocument.presentationml.notesSlide+xml"/>
  <Override PartName="/ppt/slides/slide66.xml" ContentType="application/vnd.openxmlformats-officedocument.presentationml.slide+xml"/>
  <Override PartName="/ppt/notesSlides/notesSlide45.xml" ContentType="application/vnd.openxmlformats-officedocument.presentationml.notesSlide+xml"/>
  <Override PartName="/ppt/notesSlides/notesSlide67.xml" ContentType="application/vnd.openxmlformats-officedocument.presentationml.notesSlide+xml"/>
  <Override PartName="/ppt/notesSlides/notesSlide72.xml" ContentType="application/vnd.openxmlformats-officedocument.presentationml.notesSlide+xml"/>
  <Override PartName="/ppt/notesSlides/notesSlide118.xml" ContentType="application/vnd.openxmlformats-officedocument.presentationml.notesSlide+xml"/>
  <Override PartName="/ppt/slides/slide65.xml" ContentType="application/vnd.openxmlformats-officedocument.presentationml.slide+xml"/>
  <Override PartName="/ppt/notesSlides/notesSlide7.xml" ContentType="application/vnd.openxmlformats-officedocument.presentationml.notesSlide+xml"/>
  <Override PartName="/ppt/slides/slide68.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93.xml" ContentType="application/vnd.openxmlformats-officedocument.presentationml.slide+xml"/>
  <Override PartName="/ppt/slides/slide61.xml" ContentType="application/vnd.openxmlformats-officedocument.presentationml.slide+xml"/>
  <Override PartName="/ppt/slides/slide89.xml" ContentType="application/vnd.openxmlformats-officedocument.presentationml.slide+xml"/>
  <Override PartName="/ppt/notesSlides/notesSlide85.xml" ContentType="application/vnd.openxmlformats-officedocument.presentationml.notesSlide+xml"/>
  <Override PartName="/ppt/slides/slide59.xml" ContentType="application/vnd.openxmlformats-officedocument.presentationml.slide+xml"/>
  <Override PartName="/ppt/slides/slide56.xml" ContentType="application/vnd.openxmlformats-officedocument.presentationml.slide+xml"/>
  <Override PartName="/ppt/slides/slide118.xml" ContentType="application/vnd.openxmlformats-officedocument.presentationml.slide+xml"/>
  <Override PartName="/ppt/slides/slide74.xml" ContentType="application/vnd.openxmlformats-officedocument.presentationml.slide+xml"/>
  <Override PartName="/ppt/slides/slide55.xml" ContentType="application/vnd.openxmlformats-officedocument.presentationml.slide+xml"/>
  <Override PartName="/ppt/slides/slide104.xml" ContentType="application/vnd.openxmlformats-officedocument.presentationml.slide+xml"/>
  <Override PartName="/ppt/slides/slide52.xml" ContentType="application/vnd.openxmlformats-officedocument.presentationml.slide+xml"/>
  <Override PartName="/ppt/notesSlides/notesSlide69.xml" ContentType="application/vnd.openxmlformats-officedocument.presentationml.notesSlide+xml"/>
  <Override PartName="/ppt/slides/slide98.xml" ContentType="application/vnd.openxmlformats-officedocument.presentationml.slide+xml"/>
  <Override PartName="/ppt/slides/slide50.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101.xml" ContentType="application/vnd.openxmlformats-officedocument.presentationml.slide+xml"/>
  <Override PartName="/ppt/slides/slide45.xml" ContentType="application/vnd.openxmlformats-officedocument.presentationml.slide+xml"/>
  <Override PartName="/ppt/notesSlides/notesSlide76.xml" ContentType="application/vnd.openxmlformats-officedocument.presentationml.notesSlide+xml"/>
  <Override PartName="/ppt/notesSlides/notesSlide82.xml" ContentType="application/vnd.openxmlformats-officedocument.presentationml.notesSlide+xml"/>
  <Override PartName="/ppt/slides/slide82.xml" ContentType="application/vnd.openxmlformats-officedocument.presentationml.slide+xml"/>
  <Override PartName="/ppt/slides/slide43.xml" ContentType="application/vnd.openxmlformats-officedocument.presentationml.slide+xml"/>
  <Override PartName="/ppt/notesSlides/notesSlide78.xml" ContentType="application/vnd.openxmlformats-officedocument.presentationml.notesSlide+xml"/>
  <Override PartName="/ppt/slides/slide37.xml" ContentType="application/vnd.openxmlformats-officedocument.presentationml.slide+xml"/>
  <Override PartName="/ppt/notesSlides/notesSlide46.xml" ContentType="application/vnd.openxmlformats-officedocument.presentationml.notesSlide+xml"/>
  <Override PartName="/ppt/slides/slide51.xml" ContentType="application/vnd.openxmlformats-officedocument.presentationml.slide+xml"/>
  <Override PartName="/ppt/slides/slide130.xml" ContentType="application/vnd.openxmlformats-officedocument.presentationml.slide+xml"/>
  <Override PartName="/ppt/notesSlides/notesSlide28.xml" ContentType="application/vnd.openxmlformats-officedocument.presentationml.notesSlide+xml"/>
  <Override PartName="/ppt/slides/slide111.xml" ContentType="application/vnd.openxmlformats-officedocument.presentationml.slide+xml"/>
  <Override PartName="/ppt/slides/slide36.xml" ContentType="application/vnd.openxmlformats-officedocument.presentationml.slide+xml"/>
  <Override PartName="/ppt/slides/slide62.xml" ContentType="application/vnd.openxmlformats-officedocument.presentationml.slide+xml"/>
  <Override PartName="/ppt/slides/slide120.xml" ContentType="application/vnd.openxmlformats-officedocument.presentationml.slide+xml"/>
  <Override PartName="/ppt/notesSlides/notesSlide79.xml" ContentType="application/vnd.openxmlformats-officedocument.presentationml.notes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notesSlides/notesSlide65.xml" ContentType="application/vnd.openxmlformats-officedocument.presentationml.notesSlide+xml"/>
  <Override PartName="/ppt/slides/slide84.xml" ContentType="application/vnd.openxmlformats-officedocument.presentationml.slide+xml"/>
  <Override PartName="/ppt/slides/slide22.xml" ContentType="application/vnd.openxmlformats-officedocument.presentationml.slide+xml"/>
  <Override PartName="/ppt/slides/slide116.xml" ContentType="application/vnd.openxmlformats-officedocument.presentationml.slide+xml"/>
  <Override PartName="/ppt/slides/slide19.xml" ContentType="application/vnd.openxmlformats-officedocument.presentationml.slide+xml"/>
  <Override PartName="/ppt/slides/slide105.xml" ContentType="application/vnd.openxmlformats-officedocument.presentationml.slide+xml"/>
  <Override PartName="/ppt/notesSlides/notesSlide3.xml" ContentType="application/vnd.openxmlformats-officedocument.presentationml.notesSlide+xml"/>
  <Override PartName="/ppt/notesSlides/notesSlide103.xml" ContentType="application/vnd.openxmlformats-officedocument.presentationml.notesSlide+xml"/>
  <Override PartName="/ppt/slides/slide18.xml" ContentType="application/vnd.openxmlformats-officedocument.presentationml.slide+xml"/>
  <Override PartName="/ppt/notesSlides/notesSlide126.xml" ContentType="application/vnd.openxmlformats-officedocument.presentationml.notesSlide+xml"/>
  <Override PartName="/ppt/slides/slide17.xml" ContentType="application/vnd.openxmlformats-officedocument.presentationml.slide+xml"/>
  <Override PartName="/ppt/notesSlides/notesSlide19.xml" ContentType="application/vnd.openxmlformats-officedocument.presentationml.notesSlide+xml"/>
  <Override PartName="/ppt/slides/slide106.xml" ContentType="application/vnd.openxmlformats-officedocument.presentationml.slide+xml"/>
  <Override PartName="/ppt/slides/slide42.xml" ContentType="application/vnd.openxmlformats-officedocument.presentationml.slide+xml"/>
  <Override PartName="/ppt/slides/slide13.xml" ContentType="application/vnd.openxmlformats-officedocument.presentationml.slide+xml"/>
  <Override PartName="/ppt/slides/slide126.xml" ContentType="application/vnd.openxmlformats-officedocument.presentationml.slide+xml"/>
  <Override PartName="/ppt/slides/slide20.xml" ContentType="application/vnd.openxmlformats-officedocument.presentationml.slide+xml"/>
  <Override PartName="/ppt/notesSlides/notesSlide64.xml" ContentType="application/vnd.openxmlformats-officedocument.presentationml.notesSlide+xml"/>
  <Override PartName="/ppt/slides/slide11.xml" ContentType="application/vnd.openxmlformats-officedocument.presentationml.slide+xml"/>
  <Override PartName="/ppt/notesSlides/notesSlide89.xml" ContentType="application/vnd.openxmlformats-officedocument.presentationml.notesSlide+xml"/>
  <Override PartName="/ppt/slides/slide10.xml" ContentType="application/vnd.openxmlformats-officedocument.presentationml.slide+xml"/>
  <Override PartName="/ppt/slides/slide69.xml" ContentType="application/vnd.openxmlformats-officedocument.presentationml.slide+xml"/>
  <Override PartName="/ppt/notesSlides/notesSlide35.xml" ContentType="application/vnd.openxmlformats-officedocument.presentationml.notesSlide+xml"/>
  <Override PartName="/ppt/notesSlides/notesSlide92.xml" ContentType="application/vnd.openxmlformats-officedocument.presentationml.notesSlide+xml"/>
  <Override PartName="/ppt/slides/slide21.xml" ContentType="application/vnd.openxmlformats-officedocument.presentationml.slide+xml"/>
  <Override PartName="/ppt/slides/slide57.xml" ContentType="application/vnd.openxmlformats-officedocument.presentationml.slide+xml"/>
  <Override PartName="/ppt/slides/slide7.xml" ContentType="application/vnd.openxmlformats-officedocument.presentationml.slide+xml"/>
  <Override PartName="/ppt/slides/slide94.xml" ContentType="application/vnd.openxmlformats-officedocument.presentationml.slide+xml"/>
  <Override PartName="/ppt/slides/slide44.xml" ContentType="application/vnd.openxmlformats-officedocument.presentationml.slide+xml"/>
  <Override PartName="/ppt/slides/slide103.xml" ContentType="application/vnd.openxmlformats-officedocument.presentationml.slide+xml"/>
  <Override PartName="/ppt/slides/slide6.xml" ContentType="application/vnd.openxmlformats-officedocument.presentationml.slide+xml"/>
  <Override PartName="/ppt/slides/slide33.xml" ContentType="application/vnd.openxmlformats-officedocument.presentationml.slide+xml"/>
  <Override PartName="/ppt/slides/slide100.xml" ContentType="application/vnd.openxmlformats-officedocument.presentationml.slide+xml"/>
  <Override PartName="/ppt/slides/slide8.xml" ContentType="application/vnd.openxmlformats-officedocument.presentationml.slide+xml"/>
  <Override PartName="/ppt/slides/slide35.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notesSlides/notesSlide66.xml" ContentType="application/vnd.openxmlformats-officedocument.presentationml.notesSlide+xml"/>
  <Override PartName="/ppt/notesSlides/notesSlide41.xml" ContentType="application/vnd.openxmlformats-officedocument.presentationml.notesSlide+xml"/>
  <Override PartName="/ppt/notesSlides/notesSlide133.xml" ContentType="application/vnd.openxmlformats-officedocument.presentationml.notesSlide+xml"/>
  <Override PartName="/ppt/slides/slide26.xml" ContentType="application/vnd.openxmlformats-officedocument.presentationml.slide+xml"/>
  <Override PartName="/ppt/notesSlides/notesSlide39.xml" ContentType="application/vnd.openxmlformats-officedocument.presentationml.notesSlide+xml"/>
  <Override PartName="/ppt/slideLayouts/slideLayout8.xml" ContentType="application/vnd.openxmlformats-officedocument.presentationml.slideLayout+xml"/>
  <Override PartName="/ppt/slides/slide27.xml" ContentType="application/vnd.openxmlformats-officedocument.presentationml.slide+xml"/>
  <Override PartName="/ppt/slides/slide48.xml" ContentType="application/vnd.openxmlformats-officedocument.presentationml.slide+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s/slide76.xml" ContentType="application/vnd.openxmlformats-officedocument.presentationml.slide+xml"/>
  <Override PartName="/ppt/notesSlides/notesSlide97.xml" ContentType="application/vnd.openxmlformats-officedocument.presentationml.notesSlide+xml"/>
  <Override PartName="/ppt/notesSlides/notesSlide47.xml" ContentType="application/vnd.openxmlformats-officedocument.presentationml.notesSlide+xml"/>
  <Override PartName="/ppt/slideLayouts/slideLayout2.xml" ContentType="application/vnd.openxmlformats-officedocument.presentationml.slideLayout+xml"/>
  <Override PartName="/ppt/slides/slide5.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15.xml" ContentType="application/vnd.openxmlformats-officedocument.presentationml.slide+xml"/>
  <Override PartName="/ppt/notesSlides/notesSlide43.xml" ContentType="application/vnd.openxmlformats-officedocument.presentationml.notesSlide+xml"/>
  <Override PartName="/ppt/notesMasters/notesMaster1.xml" ContentType="application/vnd.openxmlformats-officedocument.presentationml.notesMaster+xml"/>
  <Override PartName="/ppt/slideLayouts/slideLayout10.xml" ContentType="application/vnd.openxmlformats-officedocument.presentationml.slideLayout+xml"/>
  <Override PartName="/ppt/notesSlides/notesSlide102.xml" ContentType="application/vnd.openxmlformats-officedocument.presentationml.notesSlide+xml"/>
  <Override PartName="/ppt/slideLayouts/slideLayout7.xml" ContentType="application/vnd.openxmlformats-officedocument.presentationml.slideLayout+xml"/>
  <Override PartName="/ppt/slides/slide14.xml" ContentType="application/vnd.openxmlformats-officedocument.presentationml.slide+xml"/>
  <Override PartName="/ppt/slides/slide40.xml" ContentType="application/vnd.openxmlformats-officedocument.presentationml.slide+xml"/>
  <Override PartName="/ppt/slides/slide91.xml" ContentType="application/vnd.openxmlformats-officedocument.presentationml.slide+xml"/>
  <Override PartName="/ppt/notesSlides/notesSlide81.xml" ContentType="application/vnd.openxmlformats-officedocument.presentationml.notesSlide+xml"/>
  <Override PartName="/ppt/slideMasters/slideMaster1.xml" ContentType="application/vnd.openxmlformats-officedocument.presentationml.slideMaster+xml"/>
  <Override PartName="/ppt/notesSlides/notesSlide23.xml" ContentType="application/vnd.openxmlformats-officedocument.presentationml.notesSlide+xml"/>
  <Override PartName="/ppt/theme/theme2.xml" ContentType="application/vnd.openxmlformats-officedocument.theme+xml"/>
  <Override PartName="/ppt/slides/slide24.xml" ContentType="application/vnd.openxmlformats-officedocument.presentationml.slide+xml"/>
  <Override PartName="/ppt/notesSlides/notesSlide62.xml" ContentType="application/vnd.openxmlformats-officedocument.presentationml.notesSlide+xml"/>
  <Override PartName="/ppt/slides/slide78.xml" ContentType="application/vnd.openxmlformats-officedocument.presentationml.slide+xml"/>
  <Override PartName="/ppt/slides/slide73.xml" ContentType="application/vnd.openxmlformats-officedocument.presentationml.slide+xml"/>
  <Override PartName="/ppt/slideLayouts/slideLayout11.xml" ContentType="application/vnd.openxmlformats-officedocument.presentationml.slideLayout+xml"/>
  <Override PartName="/ppt/tableStyles.xml" ContentType="application/vnd.openxmlformats-officedocument.presentationml.tableStyles+xml"/>
  <Override PartName="/ppt/notesSlides/notesSlide84.xml" ContentType="application/vnd.openxmlformats-officedocument.presentationml.notesSlide+xml"/>
  <Override PartName="/ppt/notesSlides/notesSlide112.xml" ContentType="application/vnd.openxmlformats-officedocument.presentationml.notesSlide+xml"/>
  <Override PartName="/ppt/slides/slide53.xml" ContentType="application/vnd.openxmlformats-officedocument.presentationml.slide+xml"/>
  <Override PartName="/ppt/slides/slide28.xml" ContentType="application/vnd.openxmlformats-officedocument.presentationml.slide+xml"/>
  <Override PartName="/ppt/notesSlides/notesSlide94.xml" ContentType="application/vnd.openxmlformats-officedocument.presentationml.notesSlide+xml"/>
  <Override PartName="/ppt/theme/theme1.xml" ContentType="application/vnd.openxmlformats-officedocument.theme+xml"/>
  <Override PartName="/ppt/slideLayouts/slideLayout1.xml" ContentType="application/vnd.openxmlformats-officedocument.presentationml.slideLayout+xml"/>
  <Override PartName="/ppt/slides/slide41.xml" ContentType="application/vnd.openxmlformats-officedocument.presentationml.slide+xml"/>
  <Override PartName="/ppt/notesSlides/notesSlide83.xml" ContentType="application/vnd.openxmlformats-officedocument.presentationml.notesSlide+xml"/>
  <Override PartName="/ppt/slides/slide16.xml" ContentType="application/vnd.openxmlformats-officedocument.presentationml.slide+xml"/>
  <Override PartName="/ppt/slides/slide60.xml" ContentType="application/vnd.openxmlformats-officedocument.presentationml.slide+xml"/>
  <Override PartName="/ppt/notesSlides/notesSlide90.xml" ContentType="application/vnd.openxmlformats-officedocument.presentationml.notesSlide+xml"/>
  <Override PartName="/ppt/slides/slide2.xml" ContentType="application/vnd.openxmlformats-officedocument.presentationml.slide+xml"/>
  <Override PartName="/ppt/slides/slide86.xml" ContentType="application/vnd.openxmlformats-officedocument.presentationml.slide+xml"/>
  <Override PartName="/ppt/slides/slide117.xml" ContentType="application/vnd.openxmlformats-officedocument.presentationml.slide+xml"/>
  <Override PartName="/ppt/slides/slide39.xml" ContentType="application/vnd.openxmlformats-officedocument.presentationml.slide+xml"/>
  <Override PartName="/ppt/slides/slide115.xml" ContentType="application/vnd.openxmlformats-officedocument.presentationml.slide+xml"/>
  <Override PartName="/ppt/slides/slide58.xml" ContentType="application/vnd.openxmlformats-officedocument.presentationml.slide+xml"/>
  <Override PartName="/ppt/viewProps.xml" ContentType="application/vnd.openxmlformats-officedocument.presentationml.viewProps+xml"/>
  <Override PartName="/ppt/slideLayouts/slideLayout6.xml" ContentType="application/vnd.openxmlformats-officedocument.presentationml.slideLayout+xml"/>
  <Override PartName="/ppt/notesSlides/notesSlide96.xml" ContentType="application/vnd.openxmlformats-officedocument.presentationml.notesSlide+xml"/>
  <Override PartName="/ppt/slides/slide88.xml" ContentType="application/vnd.openxmlformats-officedocument.presentationml.slide+xml"/>
  <Override PartName="/ppt/slides/slide38.xml" ContentType="application/vnd.openxmlformats-officedocument.presentationml.slide+xml"/>
  <Override PartName="/ppt/notesSlides/notesSlide55.xml" ContentType="application/vnd.openxmlformats-officedocument.presentationml.notesSlide+xml"/>
  <Override PartName="/ppt/slides/slide49.xml" ContentType="application/vnd.openxmlformats-officedocument.presentationml.slide+xml"/>
  <Override PartName="/ppt/presProps.xml" ContentType="application/vnd.openxmlformats-officedocument.presentationml.presProps+xml"/>
  <Override PartName="/ppt/slides/slide109.xml" ContentType="application/vnd.openxmlformats-officedocument.presentationml.slide+xml"/>
  <Override PartName="/ppt/notesSlides/notesSlide12.xml" ContentType="application/vnd.openxmlformats-officedocument.presentationml.notesSlide+xml"/>
  <Override PartName="/ppt/slides/slide34.xml" ContentType="application/vnd.openxmlformats-officedocument.presentationml.slide+xml"/>
  <Override PartName="/ppt/slides/slide54.xml" ContentType="application/vnd.openxmlformats-officedocument.presentationml.slide+xml"/>
  <Override PartName="/ppt/slideLayouts/slideLayout5.xml" ContentType="application/vnd.openxmlformats-officedocument.presentationml.slideLayout+xml"/>
  <Override PartName="/ppt/notesSlides/notesSlide22.xml" ContentType="application/vnd.openxmlformats-officedocument.presentationml.notesSlide+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3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Lst>
  <p:sldSz cx="12192000" cy="6858000"/>
  <p:notesSz cx="6858000" cy="9144000"/>
  <p:defaultText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notesMaster" Target="notesMasters/notesMaster1.xml"/><Relationship Id="rId138" Type="http://schemas.openxmlformats.org/officeDocument/2006/relationships/presProps" Target="presProps.xml" /><Relationship Id="rId139" Type="http://schemas.openxmlformats.org/officeDocument/2006/relationships/tableStyles" Target="tableStyles.xml" /><Relationship Id="rId14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Espace réservé d'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3" name="Espace réservé pour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fr-FR"/>
              <a:t>10/30/2013</a:t>
            </a:fld>
            <a:endParaRPr lang="fr-FR"/>
          </a:p>
        </p:txBody>
      </p:sp>
      <p:sp>
        <p:nvSpPr>
          <p:cNvPr id="4" name="Espace réservé pour l'image de la diapositive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5" name="Remarques Espace réservé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6"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7"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fr-FR"/>
              <a:t>‹#›</a:t>
            </a:fld>
            <a:endParaRPr lang="fr-FR"/>
          </a:p>
        </p:txBody>
      </p:sp>
    </p:spTree>
  </p:cSld>
  <p:clrMap bg1="lt1" tx1="dk1" bg2="lt2" tx2="dk2" accent1="accent1" accent2="accent2" accent3="accent3" accent4="accent4" accent5="accent5" accent6="accent6" hlink="hlink" folHlink="folHlink"/>
  <p:hf dt="0" ftr="0" hdr="0" sldNum="1"/>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E16036C-DF8A-2885-C0A8-A9948A0087A3}" type="slidenum">
              <a:rPr/>
              <a:t/>
            </a:fld>
            <a:endParaRP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7E0C49-BE79-76DA-14CF-35920A35AD32}"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3E4AA0-22F9-392A-2800-D1D16F0FE924}"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0C6AC4-4987-8162-D8BD-335D009624B1}"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8112772" name="Slide Image Placeholder 1"/>
          <p:cNvSpPr>
            <a:spLocks noChangeAspect="1" noGrp="1" noRot="1"/>
          </p:cNvSpPr>
          <p:nvPr>
            <p:ph type="sldImg"/>
          </p:nvPr>
        </p:nvSpPr>
        <p:spPr bwMode="auto"/>
      </p:sp>
      <p:sp>
        <p:nvSpPr>
          <p:cNvPr id="785514883" name="Notes Placeholder 2"/>
          <p:cNvSpPr>
            <a:spLocks noGrp="1"/>
          </p:cNvSpPr>
          <p:nvPr>
            <p:ph type="body" idx="1"/>
          </p:nvPr>
        </p:nvSpPr>
        <p:spPr bwMode="auto"/>
        <p:txBody>
          <a:bodyPr/>
          <a:lstStyle/>
          <a:p>
            <a:pPr>
              <a:defRPr/>
            </a:pPr>
            <a:endParaRPr/>
          </a:p>
        </p:txBody>
      </p:sp>
      <p:sp>
        <p:nvSpPr>
          <p:cNvPr id="148430840" name="Slide Number Placeholder 3"/>
          <p:cNvSpPr>
            <a:spLocks noGrp="1"/>
          </p:cNvSpPr>
          <p:nvPr>
            <p:ph type="sldNum" sz="quarter" idx="10"/>
          </p:nvPr>
        </p:nvSpPr>
        <p:spPr bwMode="auto"/>
        <p:txBody>
          <a:bodyPr/>
          <a:lstStyle/>
          <a:p>
            <a:pPr>
              <a:defRPr/>
            </a:pPr>
            <a:fld id="{813B429D-CE25-0BE7-69B4-1D8B8B246D59}"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0F2824-DF3B-1489-C62E-0D04C0BD0B87}"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89F75A6-3ADA-713F-4B91-41F02E8A322D}"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DC5871-8CBB-FC77-17B2-4032FCB2F029}"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431C5D-A90C-AD82-F640-6AAD69B29017}"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F5FA76E-05A6-C1D1-5D3C-21CB23DD442C}"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9E7C5B-807A-61A8-B526-1C892667DD20}"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6939417" name="Slide Image Placeholder 1"/>
          <p:cNvSpPr>
            <a:spLocks noChangeAspect="1" noGrp="1" noRot="1"/>
          </p:cNvSpPr>
          <p:nvPr>
            <p:ph type="sldImg"/>
          </p:nvPr>
        </p:nvSpPr>
        <p:spPr bwMode="auto"/>
      </p:sp>
      <p:sp>
        <p:nvSpPr>
          <p:cNvPr id="2009211043" name="Notes Placeholder 2"/>
          <p:cNvSpPr>
            <a:spLocks noGrp="1"/>
          </p:cNvSpPr>
          <p:nvPr>
            <p:ph type="body" idx="1"/>
          </p:nvPr>
        </p:nvSpPr>
        <p:spPr bwMode="auto"/>
        <p:txBody>
          <a:bodyPr/>
          <a:lstStyle/>
          <a:p>
            <a:pPr>
              <a:defRPr/>
            </a:pPr>
            <a:endParaRPr/>
          </a:p>
        </p:txBody>
      </p:sp>
      <p:sp>
        <p:nvSpPr>
          <p:cNvPr id="960119563" name="Slide Number Placeholder 3"/>
          <p:cNvSpPr>
            <a:spLocks noGrp="1"/>
          </p:cNvSpPr>
          <p:nvPr>
            <p:ph type="sldNum" sz="quarter" idx="10"/>
          </p:nvPr>
        </p:nvSpPr>
        <p:spPr bwMode="auto"/>
        <p:txBody>
          <a:bodyPr/>
          <a:lstStyle/>
          <a:p>
            <a:pPr>
              <a:defRPr/>
            </a:pPr>
            <a:fld id="{F291318C-BE3E-A1B8-A1D5-27FF3AD63B7A}"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2201267" name="Slide Image Placeholder 1"/>
          <p:cNvSpPr>
            <a:spLocks noChangeAspect="1" noGrp="1" noRot="1"/>
          </p:cNvSpPr>
          <p:nvPr>
            <p:ph type="sldImg"/>
          </p:nvPr>
        </p:nvSpPr>
        <p:spPr bwMode="auto"/>
      </p:sp>
      <p:sp>
        <p:nvSpPr>
          <p:cNvPr id="108068151" name="Notes Placeholder 2"/>
          <p:cNvSpPr>
            <a:spLocks noGrp="1"/>
          </p:cNvSpPr>
          <p:nvPr>
            <p:ph type="body" idx="1"/>
          </p:nvPr>
        </p:nvSpPr>
        <p:spPr bwMode="auto"/>
        <p:txBody>
          <a:bodyPr/>
          <a:lstStyle/>
          <a:p>
            <a:pPr>
              <a:defRPr/>
            </a:pPr>
            <a:endParaRPr/>
          </a:p>
        </p:txBody>
      </p:sp>
      <p:sp>
        <p:nvSpPr>
          <p:cNvPr id="1984846581" name="Slide Number Placeholder 3"/>
          <p:cNvSpPr>
            <a:spLocks noGrp="1"/>
          </p:cNvSpPr>
          <p:nvPr>
            <p:ph type="sldNum" sz="quarter" idx="10"/>
          </p:nvPr>
        </p:nvSpPr>
        <p:spPr bwMode="auto"/>
        <p:txBody>
          <a:bodyPr/>
          <a:lstStyle/>
          <a:p>
            <a:pPr>
              <a:defRPr/>
            </a:pPr>
            <a:fld id="{423E4B61-5872-17B6-2AB4-885D370FCEFF}"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3667640" name="Slide Image Placeholder 1"/>
          <p:cNvSpPr>
            <a:spLocks noChangeAspect="1" noGrp="1" noRot="1"/>
          </p:cNvSpPr>
          <p:nvPr>
            <p:ph type="sldImg"/>
          </p:nvPr>
        </p:nvSpPr>
        <p:spPr bwMode="auto"/>
      </p:sp>
      <p:sp>
        <p:nvSpPr>
          <p:cNvPr id="239729914" name="Notes Placeholder 2"/>
          <p:cNvSpPr>
            <a:spLocks noGrp="1"/>
          </p:cNvSpPr>
          <p:nvPr>
            <p:ph type="body" idx="1"/>
          </p:nvPr>
        </p:nvSpPr>
        <p:spPr bwMode="auto"/>
        <p:txBody>
          <a:bodyPr/>
          <a:lstStyle/>
          <a:p>
            <a:pPr>
              <a:defRPr/>
            </a:pPr>
            <a:endParaRPr/>
          </a:p>
        </p:txBody>
      </p:sp>
      <p:sp>
        <p:nvSpPr>
          <p:cNvPr id="1236411337" name="Slide Number Placeholder 3"/>
          <p:cNvSpPr>
            <a:spLocks noGrp="1"/>
          </p:cNvSpPr>
          <p:nvPr>
            <p:ph type="sldNum" sz="quarter" idx="10"/>
          </p:nvPr>
        </p:nvSpPr>
        <p:spPr bwMode="auto"/>
        <p:txBody>
          <a:bodyPr/>
          <a:lstStyle/>
          <a:p>
            <a:pPr>
              <a:defRPr/>
            </a:pPr>
            <a:fld id="{E3C94773-C497-E298-C883-5E7505481781}"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67A774-DA4E-2482-B0A5-3FB1253D467E}"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EB4AF9-A64E-E6BE-FC07-E82AAE7E2E2E}"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A0B60A-BE5B-AD1B-9EB2-C59AF04750FC}" type="slidenum">
              <a:rPr/>
              <a:t/>
            </a:fld>
            <a:endParaRP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5F9BBE2-865D-8B0D-B35B-0E1C41C5DFA3}" type="slidenum">
              <a:rPr/>
              <a:t/>
            </a:fld>
            <a:endParaRP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98EBF5B-A47D-CFFD-8B4C-212DE3B9C117}" type="slidenum">
              <a:rPr/>
              <a:t/>
            </a:fld>
            <a:endParaRP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401F00-7F03-C406-ABB9-258D30728D89}" type="slidenum">
              <a:rPr/>
              <a:t/>
            </a:fld>
            <a:endParaRP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DD187C1-2971-9016-6AF2-EB41750C4F76}" type="slidenum">
              <a:rPr/>
              <a:t/>
            </a:fld>
            <a:endParaRP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8D4A80E-8632-2102-A075-05564F90BA2B}" type="slidenum">
              <a:rPr/>
              <a:t/>
            </a:fld>
            <a:endParaRP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F31ADA-F8F1-D36D-C6CB-18B8F56E1DAC}" type="slidenum">
              <a:rPr/>
              <a:t/>
            </a:fld>
            <a:endParaRP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AA5FBEE-10F2-4B74-F439-B3E83277A7DF}" type="slidenum">
              <a:rPr/>
              <a:t/>
            </a:fld>
            <a:endParaRP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579E02E-CB50-85E4-8476-0094EA4D0988}" type="slidenum">
              <a:rPr/>
              <a:t/>
            </a:fld>
            <a:endParaRP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EEC67F-483E-7045-B71C-0E4590CD4266}" type="slidenum">
              <a:rPr/>
              <a:t/>
            </a:fld>
            <a:endParaRPr/>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3607553" name="Slide Image Placeholder 1"/>
          <p:cNvSpPr>
            <a:spLocks noChangeAspect="1" noGrp="1" noRot="1"/>
          </p:cNvSpPr>
          <p:nvPr>
            <p:ph type="sldImg"/>
          </p:nvPr>
        </p:nvSpPr>
        <p:spPr bwMode="auto"/>
      </p:sp>
      <p:sp>
        <p:nvSpPr>
          <p:cNvPr id="1562653640" name="Notes Placeholder 2"/>
          <p:cNvSpPr>
            <a:spLocks noGrp="1"/>
          </p:cNvSpPr>
          <p:nvPr>
            <p:ph type="body" idx="1"/>
          </p:nvPr>
        </p:nvSpPr>
        <p:spPr bwMode="auto"/>
        <p:txBody>
          <a:bodyPr/>
          <a:lstStyle/>
          <a:p>
            <a:pPr>
              <a:defRPr/>
            </a:pPr>
            <a:endParaRPr/>
          </a:p>
        </p:txBody>
      </p:sp>
      <p:sp>
        <p:nvSpPr>
          <p:cNvPr id="1027360306" name="Slide Number Placeholder 3"/>
          <p:cNvSpPr>
            <a:spLocks noGrp="1"/>
          </p:cNvSpPr>
          <p:nvPr>
            <p:ph type="sldNum" sz="quarter" idx="10"/>
          </p:nvPr>
        </p:nvSpPr>
        <p:spPr bwMode="auto"/>
        <p:txBody>
          <a:bodyPr/>
          <a:lstStyle/>
          <a:p>
            <a:pPr>
              <a:defRPr/>
            </a:pPr>
            <a:fld id="{2B6DA4B1-883A-9BA2-A303-FE77BE796192}" type="slidenum">
              <a:rPr/>
              <a:t/>
            </a:fld>
            <a:endParaRPr/>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909137-B411-9D1F-F951-0EBCCA32AB85}" type="slidenum">
              <a:rPr/>
              <a:t/>
            </a:fld>
            <a:endParaRPr/>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6468197" name="Slide Image Placeholder 1"/>
          <p:cNvSpPr>
            <a:spLocks noChangeAspect="1" noGrp="1" noRot="1"/>
          </p:cNvSpPr>
          <p:nvPr>
            <p:ph type="sldImg"/>
          </p:nvPr>
        </p:nvSpPr>
        <p:spPr bwMode="auto"/>
      </p:sp>
      <p:sp>
        <p:nvSpPr>
          <p:cNvPr id="1399864810" name="Notes Placeholder 2"/>
          <p:cNvSpPr>
            <a:spLocks noGrp="1"/>
          </p:cNvSpPr>
          <p:nvPr>
            <p:ph type="body" idx="1"/>
          </p:nvPr>
        </p:nvSpPr>
        <p:spPr bwMode="auto"/>
        <p:txBody>
          <a:bodyPr/>
          <a:lstStyle/>
          <a:p>
            <a:pPr>
              <a:defRPr/>
            </a:pPr>
            <a:endParaRPr/>
          </a:p>
        </p:txBody>
      </p:sp>
      <p:sp>
        <p:nvSpPr>
          <p:cNvPr id="1736064696" name="Slide Number Placeholder 3"/>
          <p:cNvSpPr>
            <a:spLocks noGrp="1"/>
          </p:cNvSpPr>
          <p:nvPr>
            <p:ph type="sldNum" sz="quarter" idx="10"/>
          </p:nvPr>
        </p:nvSpPr>
        <p:spPr bwMode="auto"/>
        <p:txBody>
          <a:bodyPr/>
          <a:lstStyle/>
          <a:p>
            <a:pPr>
              <a:defRPr/>
            </a:pPr>
            <a:fld id="{025F0C17-B29A-4954-EF2E-4DFE00492EAF}" type="slidenum">
              <a:rPr/>
              <a:t/>
            </a:fld>
            <a:endParaRPr/>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CEB6D0-A8F0-C6ED-4FF2-D34178870C15}" type="slidenum">
              <a:rPr/>
              <a:t/>
            </a:fld>
            <a:endParaRPr/>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926F015-9E9B-133A-C104-F6D9D46D7F05}" type="slidenum">
              <a:rPr/>
              <a:t/>
            </a:fld>
            <a:endParaRPr/>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2210383" name="Slide Image Placeholder 1"/>
          <p:cNvSpPr>
            <a:spLocks noChangeAspect="1" noGrp="1" noRot="1"/>
          </p:cNvSpPr>
          <p:nvPr>
            <p:ph type="sldImg"/>
          </p:nvPr>
        </p:nvSpPr>
        <p:spPr bwMode="auto"/>
      </p:sp>
      <p:sp>
        <p:nvSpPr>
          <p:cNvPr id="1658137990" name="Notes Placeholder 2"/>
          <p:cNvSpPr>
            <a:spLocks noGrp="1"/>
          </p:cNvSpPr>
          <p:nvPr>
            <p:ph type="body" idx="1"/>
          </p:nvPr>
        </p:nvSpPr>
        <p:spPr bwMode="auto"/>
        <p:txBody>
          <a:bodyPr/>
          <a:lstStyle/>
          <a:p>
            <a:pPr>
              <a:defRPr/>
            </a:pPr>
            <a:endParaRPr/>
          </a:p>
        </p:txBody>
      </p:sp>
      <p:sp>
        <p:nvSpPr>
          <p:cNvPr id="917505931" name="Slide Number Placeholder 3"/>
          <p:cNvSpPr>
            <a:spLocks noGrp="1"/>
          </p:cNvSpPr>
          <p:nvPr>
            <p:ph type="sldNum" sz="quarter" idx="10"/>
          </p:nvPr>
        </p:nvSpPr>
        <p:spPr bwMode="auto"/>
        <p:txBody>
          <a:bodyPr/>
          <a:lstStyle/>
          <a:p>
            <a:pPr>
              <a:defRPr/>
            </a:pPr>
            <a:fld id="{C2084A3F-D79F-5A51-C885-E55FD34A40F8}" type="slidenum">
              <a:rPr/>
              <a:t/>
            </a:fld>
            <a:endParaRPr/>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2906704" name="Slide Image Placeholder 1"/>
          <p:cNvSpPr>
            <a:spLocks noChangeAspect="1" noGrp="1" noRot="1"/>
          </p:cNvSpPr>
          <p:nvPr>
            <p:ph type="sldImg"/>
          </p:nvPr>
        </p:nvSpPr>
        <p:spPr bwMode="auto"/>
      </p:sp>
      <p:sp>
        <p:nvSpPr>
          <p:cNvPr id="932657558" name="Notes Placeholder 2"/>
          <p:cNvSpPr>
            <a:spLocks noGrp="1"/>
          </p:cNvSpPr>
          <p:nvPr>
            <p:ph type="body" idx="1"/>
          </p:nvPr>
        </p:nvSpPr>
        <p:spPr bwMode="auto"/>
        <p:txBody>
          <a:bodyPr/>
          <a:lstStyle/>
          <a:p>
            <a:pPr>
              <a:defRPr/>
            </a:pPr>
            <a:endParaRPr/>
          </a:p>
        </p:txBody>
      </p:sp>
      <p:sp>
        <p:nvSpPr>
          <p:cNvPr id="890999357" name="Slide Number Placeholder 3"/>
          <p:cNvSpPr>
            <a:spLocks noGrp="1"/>
          </p:cNvSpPr>
          <p:nvPr>
            <p:ph type="sldNum" sz="quarter" idx="10"/>
          </p:nvPr>
        </p:nvSpPr>
        <p:spPr bwMode="auto"/>
        <p:txBody>
          <a:bodyPr/>
          <a:lstStyle/>
          <a:p>
            <a:pPr>
              <a:defRPr/>
            </a:pPr>
            <a:fld id="{25103039-C022-BFA8-9A47-846DCA786C32}" type="slidenum">
              <a:rPr/>
              <a:t/>
            </a:fld>
            <a:endParaRPr/>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1DCA457-6FE9-BE19-264D-2C72258AED12}" type="slidenum">
              <a:rPr/>
              <a:t/>
            </a:fld>
            <a:endParaRPr/>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8151200" name="Slide Image Placeholder 1"/>
          <p:cNvSpPr>
            <a:spLocks noChangeAspect="1" noGrp="1" noRot="1"/>
          </p:cNvSpPr>
          <p:nvPr>
            <p:ph type="sldImg"/>
          </p:nvPr>
        </p:nvSpPr>
        <p:spPr bwMode="auto"/>
      </p:sp>
      <p:sp>
        <p:nvSpPr>
          <p:cNvPr id="937946658" name="Notes Placeholder 2"/>
          <p:cNvSpPr>
            <a:spLocks noGrp="1"/>
          </p:cNvSpPr>
          <p:nvPr>
            <p:ph type="body" idx="1"/>
          </p:nvPr>
        </p:nvSpPr>
        <p:spPr bwMode="auto"/>
        <p:txBody>
          <a:bodyPr/>
          <a:lstStyle/>
          <a:p>
            <a:pPr>
              <a:defRPr/>
            </a:pPr>
            <a:endParaRPr/>
          </a:p>
        </p:txBody>
      </p:sp>
      <p:sp>
        <p:nvSpPr>
          <p:cNvPr id="370171303" name="Slide Number Placeholder 3"/>
          <p:cNvSpPr>
            <a:spLocks noGrp="1"/>
          </p:cNvSpPr>
          <p:nvPr>
            <p:ph type="sldNum" sz="quarter" idx="10"/>
          </p:nvPr>
        </p:nvSpPr>
        <p:spPr bwMode="auto"/>
        <p:txBody>
          <a:bodyPr/>
          <a:lstStyle/>
          <a:p>
            <a:pPr>
              <a:defRPr/>
            </a:pPr>
            <a:fld id="{1AA09020-0E18-60C6-19EF-05CC5DEB89CD}" type="slidenum">
              <a:rPr/>
              <a:t/>
            </a:fld>
            <a:endParaRPr/>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8392064" name="Slide Image Placeholder 1"/>
          <p:cNvSpPr>
            <a:spLocks noChangeAspect="1" noGrp="1" noRot="1"/>
          </p:cNvSpPr>
          <p:nvPr>
            <p:ph type="sldImg"/>
          </p:nvPr>
        </p:nvSpPr>
        <p:spPr bwMode="auto"/>
      </p:sp>
      <p:sp>
        <p:nvSpPr>
          <p:cNvPr id="337301178" name="Notes Placeholder 2"/>
          <p:cNvSpPr>
            <a:spLocks noGrp="1"/>
          </p:cNvSpPr>
          <p:nvPr>
            <p:ph type="body" idx="1"/>
          </p:nvPr>
        </p:nvSpPr>
        <p:spPr bwMode="auto"/>
        <p:txBody>
          <a:bodyPr/>
          <a:lstStyle/>
          <a:p>
            <a:pPr>
              <a:defRPr/>
            </a:pPr>
            <a:endParaRPr/>
          </a:p>
        </p:txBody>
      </p:sp>
      <p:sp>
        <p:nvSpPr>
          <p:cNvPr id="146576164" name="Slide Number Placeholder 3"/>
          <p:cNvSpPr>
            <a:spLocks noGrp="1"/>
          </p:cNvSpPr>
          <p:nvPr>
            <p:ph type="sldNum" sz="quarter" idx="10"/>
          </p:nvPr>
        </p:nvSpPr>
        <p:spPr bwMode="auto"/>
        <p:txBody>
          <a:bodyPr/>
          <a:lstStyle/>
          <a:p>
            <a:pPr>
              <a:defRPr/>
            </a:pPr>
            <a:fld id="{534EE254-BF21-B5E1-5694-9D12523DF3C8}" type="slidenum">
              <a:rPr/>
              <a:t/>
            </a:fld>
            <a:endParaRPr/>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845B8C5-C613-3B41-B763-5442B700A284}" type="slidenum">
              <a:rPr/>
              <a:t/>
            </a:fld>
            <a:endParaRPr/>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24CDF5-FBA4-3C3B-8525-FA4E7A64B289}" type="slidenum">
              <a:rPr/>
              <a:t/>
            </a:fld>
            <a:endParaRPr/>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266A359-AB1D-1ED1-3E5D-1A4EA9E7E21F}" type="slidenum">
              <a:rPr/>
              <a:t/>
            </a:fld>
            <a:endParaRPr/>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6895D7B-367F-3B7E-9769-F033D28F5517}" type="slidenum">
              <a:rPr/>
              <a:t/>
            </a:fld>
            <a:endParaRPr/>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5A16D82-1989-A14E-2EE4-79FB63147D55}" type="slidenum">
              <a:rPr/>
              <a:t/>
            </a:fld>
            <a:endParaRPr/>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08A5DFD-AF55-EC78-DEE0-0ACE95BC13D2}" type="slidenum">
              <a:rPr/>
              <a:t/>
            </a:fld>
            <a:endParaRPr/>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3CED00B-495E-5D8B-4689-23E97D01402C}" type="slidenum">
              <a:rPr/>
              <a:t/>
            </a:fld>
            <a:endParaRPr/>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08FABD2-B456-F2A3-DD03-BCC6BD4F2E54}" type="slidenum">
              <a:rPr/>
              <a:t/>
            </a:fld>
            <a:endParaRPr/>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E780E2E-CB89-E436-2223-23819CFB7643}" type="slidenum">
              <a:rPr/>
              <a:t/>
            </a:fld>
            <a:endParaRPr/>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0EDFDC0-F1FB-00FB-9C25-A2ECD340F986}" type="slidenum">
              <a:rPr/>
              <a:t/>
            </a:fld>
            <a:endParaRPr/>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09F5D5-7831-ACF7-9DD3-DEE59540BBC5}" type="slidenum">
              <a:rPr/>
              <a:t/>
            </a:fld>
            <a:endParaRPr/>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9F536E5-DCD1-B92B-4CAC-7869A7EEE025}" type="slidenum">
              <a:rPr/>
              <a:t/>
            </a:fld>
            <a:endParaRPr/>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54FEE3-3846-DC78-CA86-7EF2706A06E7}" type="slidenum">
              <a:rPr/>
              <a:t/>
            </a:fld>
            <a:endParaRPr/>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C0059FD-AD81-57F5-0CA0-84F372735718}" type="slidenum">
              <a:rPr/>
              <a:t/>
            </a:fld>
            <a:endParaRPr/>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8779757" name="Slide Image Placeholder 1"/>
          <p:cNvSpPr>
            <a:spLocks noChangeAspect="1" noGrp="1" noRot="1"/>
          </p:cNvSpPr>
          <p:nvPr>
            <p:ph type="sldImg"/>
          </p:nvPr>
        </p:nvSpPr>
        <p:spPr bwMode="auto"/>
      </p:sp>
      <p:sp>
        <p:nvSpPr>
          <p:cNvPr id="1123786431" name="Notes Placeholder 2"/>
          <p:cNvSpPr>
            <a:spLocks noGrp="1"/>
          </p:cNvSpPr>
          <p:nvPr>
            <p:ph type="body" idx="1"/>
          </p:nvPr>
        </p:nvSpPr>
        <p:spPr bwMode="auto"/>
        <p:txBody>
          <a:bodyPr/>
          <a:lstStyle/>
          <a:p>
            <a:pPr>
              <a:defRPr/>
            </a:pPr>
            <a:endParaRPr/>
          </a:p>
        </p:txBody>
      </p:sp>
      <p:sp>
        <p:nvSpPr>
          <p:cNvPr id="1374707826" name="Slide Number Placeholder 3"/>
          <p:cNvSpPr>
            <a:spLocks noGrp="1"/>
          </p:cNvSpPr>
          <p:nvPr>
            <p:ph type="sldNum" sz="quarter" idx="10"/>
          </p:nvPr>
        </p:nvSpPr>
        <p:spPr bwMode="auto"/>
        <p:txBody>
          <a:bodyPr/>
          <a:lstStyle/>
          <a:p>
            <a:pPr>
              <a:defRPr/>
            </a:pPr>
            <a:fld id="{433EACD9-0FB5-72EF-9C39-A9C24DC10306}" type="slidenum">
              <a:rPr/>
              <a:t/>
            </a:fld>
            <a:endParaRPr/>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8240886" name="Slide Image Placeholder 1"/>
          <p:cNvSpPr>
            <a:spLocks noChangeAspect="1" noGrp="1" noRot="1"/>
          </p:cNvSpPr>
          <p:nvPr>
            <p:ph type="sldImg"/>
          </p:nvPr>
        </p:nvSpPr>
        <p:spPr bwMode="auto"/>
      </p:sp>
      <p:sp>
        <p:nvSpPr>
          <p:cNvPr id="814144763" name="Notes Placeholder 2"/>
          <p:cNvSpPr>
            <a:spLocks noGrp="1"/>
          </p:cNvSpPr>
          <p:nvPr>
            <p:ph type="body" idx="1"/>
          </p:nvPr>
        </p:nvSpPr>
        <p:spPr bwMode="auto"/>
        <p:txBody>
          <a:bodyPr/>
          <a:lstStyle/>
          <a:p>
            <a:pPr>
              <a:defRPr/>
            </a:pPr>
            <a:r>
              <a:rPr sz="1200" b="1" i="0" u="none">
                <a:solidFill>
                  <a:srgbClr val="000000"/>
                </a:solidFill>
                <a:latin typeface="Times New Roman"/>
                <a:ea typeface="Times New Roman"/>
                <a:cs typeface="Times New Roman"/>
              </a:rPr>
              <a:t>BD distribuée</a:t>
            </a:r>
            <a:endParaRPr/>
          </a:p>
          <a:p>
            <a:pPr>
              <a:defRPr/>
            </a:pPr>
            <a:r>
              <a:rPr sz="1200" b="1" i="0" u="none">
                <a:solidFill>
                  <a:srgbClr val="000000"/>
                </a:solidFill>
                <a:latin typeface="Times New Roman"/>
                <a:ea typeface="Times New Roman"/>
                <a:cs typeface="Times New Roman"/>
              </a:rPr>
              <a:t>Oracle RAC / Oracle Data Guard</a:t>
            </a:r>
            <a:r>
              <a:rPr sz="1200" b="0" i="0" u="none">
                <a:solidFill>
                  <a:srgbClr val="000000"/>
                </a:solidFill>
                <a:latin typeface="Times New Roman"/>
                <a:ea typeface="Times New Roman"/>
                <a:cs typeface="Times New Roman"/>
              </a:rPr>
              <a:t>, </a:t>
            </a:r>
            <a:r>
              <a:rPr sz="1200" b="1" i="0" u="none">
                <a:solidFill>
                  <a:srgbClr val="000000"/>
                </a:solidFill>
                <a:latin typeface="Times New Roman"/>
                <a:ea typeface="Times New Roman"/>
                <a:cs typeface="Times New Roman"/>
              </a:rPr>
              <a:t>PostgreSQL</a:t>
            </a:r>
            <a:r>
              <a:rPr sz="1200" b="0" i="0" u="none">
                <a:solidFill>
                  <a:srgbClr val="000000"/>
                </a:solidFill>
                <a:latin typeface="Times New Roman"/>
                <a:ea typeface="Times New Roman"/>
                <a:cs typeface="Times New Roman"/>
              </a:rPr>
              <a:t> avec réplication (primaire/secondaire), </a:t>
            </a:r>
            <a:r>
              <a:rPr sz="1200" b="1" i="0" u="none">
                <a:solidFill>
                  <a:srgbClr val="000000"/>
                </a:solidFill>
                <a:latin typeface="Times New Roman"/>
                <a:ea typeface="Times New Roman"/>
                <a:cs typeface="Times New Roman"/>
              </a:rPr>
              <a:t>Cassandra</a:t>
            </a:r>
            <a:r>
              <a:rPr sz="1200" b="0" i="0" u="none">
                <a:solidFill>
                  <a:srgbClr val="000000"/>
                </a:solidFill>
                <a:latin typeface="Times New Roman"/>
                <a:ea typeface="Times New Roman"/>
                <a:cs typeface="Times New Roman"/>
              </a:rPr>
              <a:t>, </a:t>
            </a:r>
            <a:r>
              <a:rPr sz="1200" b="1" i="0" u="none">
                <a:solidFill>
                  <a:srgbClr val="000000"/>
                </a:solidFill>
                <a:latin typeface="Times New Roman"/>
                <a:ea typeface="Times New Roman"/>
                <a:cs typeface="Times New Roman"/>
              </a:rPr>
              <a:t>CockroachDB</a:t>
            </a:r>
            <a:r>
              <a:rPr sz="1200" b="0" i="0" u="none">
                <a:solidFill>
                  <a:srgbClr val="000000"/>
                </a:solidFill>
                <a:latin typeface="Times New Roman"/>
                <a:ea typeface="Times New Roman"/>
                <a:cs typeface="Times New Roman"/>
              </a:rPr>
              <a:t> : les données sont réparties sur </a:t>
            </a:r>
            <a:r>
              <a:rPr sz="1200" b="1" i="0" u="none">
                <a:solidFill>
                  <a:srgbClr val="000000"/>
                </a:solidFill>
                <a:latin typeface="Times New Roman"/>
                <a:ea typeface="Times New Roman"/>
                <a:cs typeface="Times New Roman"/>
              </a:rPr>
              <a:t>plusieurs serveurs</a:t>
            </a:r>
            <a:r>
              <a:rPr sz="1200" b="0" i="0" u="none">
                <a:solidFill>
                  <a:srgbClr val="000000"/>
                </a:solidFill>
                <a:latin typeface="Times New Roman"/>
                <a:ea typeface="Times New Roman"/>
                <a:cs typeface="Times New Roman"/>
              </a:rPr>
              <a:t> (d'où les deux boîtes « Données » sur le schéma — deux nœuds qui hébergent chacun une partie ou une réplique des données). Le client (l'application métier) garde toute la présentation et la logique, et n'envoie que des requêtes (SQL) vers l'un ou l'autre serveur, voire vers les deux.</a:t>
            </a:r>
            <a:endParaRPr/>
          </a:p>
          <a:p>
            <a:pPr>
              <a:defRPr/>
            </a:pPr>
            <a:r>
              <a:rPr sz="1200" b="0" i="0" u="none">
                <a:solidFill>
                  <a:srgbClr val="000000"/>
                </a:solidFill>
                <a:latin typeface="Times New Roman"/>
                <a:ea typeface="Times New Roman"/>
                <a:cs typeface="Times New Roman"/>
              </a:rPr>
              <a:t>Exemple concret : une appli de gestion de stock dont la base est répartie sur deux sites (siège + entrepôt), avec synchronisation entre les deux.</a:t>
            </a:r>
            <a:endParaRPr/>
          </a:p>
          <a:p>
            <a:pPr>
              <a:defRPr/>
            </a:pPr>
            <a:r>
              <a:rPr sz="1200" b="1" i="0" u="none">
                <a:solidFill>
                  <a:srgbClr val="000000"/>
                </a:solidFill>
                <a:latin typeface="Times New Roman"/>
                <a:ea typeface="Times New Roman"/>
                <a:cs typeface="Times New Roman"/>
              </a:rPr>
              <a:t>Serveur de fichiers</a:t>
            </a:r>
            <a:endParaRPr/>
          </a:p>
          <a:p>
            <a:pPr>
              <a:defRPr/>
            </a:pPr>
            <a:r>
              <a:rPr sz="1200" b="1" i="0" u="none">
                <a:solidFill>
                  <a:srgbClr val="000000"/>
                </a:solidFill>
                <a:latin typeface="Times New Roman"/>
                <a:ea typeface="Times New Roman"/>
                <a:cs typeface="Times New Roman"/>
              </a:rPr>
              <a:t>NFS</a:t>
            </a:r>
            <a:r>
              <a:rPr sz="1200" b="0" i="0" u="none">
                <a:solidFill>
                  <a:srgbClr val="000000"/>
                </a:solidFill>
                <a:latin typeface="Times New Roman"/>
                <a:ea typeface="Times New Roman"/>
                <a:cs typeface="Times New Roman"/>
              </a:rPr>
              <a:t> (monde Unix/Linux), </a:t>
            </a:r>
            <a:r>
              <a:rPr sz="1200" b="1" i="0" u="none">
                <a:solidFill>
                  <a:srgbClr val="000000"/>
                </a:solidFill>
                <a:latin typeface="Times New Roman"/>
                <a:ea typeface="Times New Roman"/>
                <a:cs typeface="Times New Roman"/>
              </a:rPr>
              <a:t>SMB/CIFS</a:t>
            </a:r>
            <a:r>
              <a:rPr sz="1200" b="0" i="0" u="none">
                <a:solidFill>
                  <a:srgbClr val="000000"/>
                </a:solidFill>
                <a:latin typeface="Times New Roman"/>
                <a:ea typeface="Times New Roman"/>
                <a:cs typeface="Times New Roman"/>
              </a:rPr>
              <a:t> (monde Windows, via Samba côté serveur).</a:t>
            </a:r>
            <a:endParaRPr/>
          </a:p>
          <a:p>
            <a:pPr>
              <a:defRPr/>
            </a:pPr>
            <a:r>
              <a:rPr sz="1200" b="0" i="0" u="none">
                <a:solidFill>
                  <a:srgbClr val="000000"/>
                </a:solidFill>
                <a:latin typeface="Times New Roman"/>
                <a:ea typeface="Times New Roman"/>
                <a:cs typeface="Times New Roman"/>
              </a:rPr>
              <a:t>Le client garde la présentation (l'explorateur de fichiers, l'éditeur) </a:t>
            </a:r>
            <a:r>
              <a:rPr sz="1200" b="1" i="0" u="none">
                <a:solidFill>
                  <a:srgbClr val="000000"/>
                </a:solidFill>
                <a:latin typeface="Times New Roman"/>
                <a:ea typeface="Times New Roman"/>
                <a:cs typeface="Times New Roman"/>
              </a:rPr>
              <a:t>et</a:t>
            </a:r>
            <a:r>
              <a:rPr sz="1200" b="0" i="0" u="none">
                <a:solidFill>
                  <a:srgbClr val="000000"/>
                </a:solidFill>
                <a:latin typeface="Times New Roman"/>
                <a:ea typeface="Times New Roman"/>
                <a:cs typeface="Times New Roman"/>
              </a:rPr>
              <a:t> la logique (c'est le client qui interprète le format du fichier, qui gère les accès concurrents via son propre code) ; le serveur ne fait que </a:t>
            </a:r>
            <a:r>
              <a:rPr sz="1200" b="1" i="0" u="none">
                <a:solidFill>
                  <a:srgbClr val="000000"/>
                </a:solidFill>
                <a:latin typeface="Times New Roman"/>
                <a:ea typeface="Times New Roman"/>
                <a:cs typeface="Times New Roman"/>
              </a:rPr>
              <a:t>stocker et servir des octets</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Exemple très concret pour tes étudiants : un dossier partagé monté sur </a:t>
            </a:r>
            <a:r>
              <a:rPr sz="1000" b="0" i="0" u="none">
                <a:solidFill>
                  <a:srgbClr val="000000"/>
                </a:solidFill>
                <a:latin typeface="Courier New"/>
                <a:ea typeface="Courier New"/>
                <a:cs typeface="Courier New"/>
              </a:rPr>
              <a:t>/mnt/partage</a:t>
            </a:r>
            <a:r>
              <a:rPr sz="1200" b="0" i="0" u="none">
                <a:solidFill>
                  <a:srgbClr val="000000"/>
                </a:solidFill>
                <a:latin typeface="Times New Roman"/>
                <a:ea typeface="Times New Roman"/>
                <a:cs typeface="Times New Roman"/>
              </a:rPr>
              <a:t> (NFS) ou un lecteur réseau </a:t>
            </a:r>
            <a:r>
              <a:rPr sz="1000" b="0" i="0" u="none">
                <a:solidFill>
                  <a:srgbClr val="000000"/>
                </a:solidFill>
                <a:latin typeface="Courier New"/>
                <a:ea typeface="Courier New"/>
                <a:cs typeface="Courier New"/>
              </a:rPr>
              <a:t>Z:\</a:t>
            </a:r>
            <a:r>
              <a:rPr sz="1200" b="0" i="0" u="none">
                <a:solidFill>
                  <a:srgbClr val="000000"/>
                </a:solidFill>
                <a:latin typeface="Times New Roman"/>
                <a:ea typeface="Times New Roman"/>
                <a:cs typeface="Times New Roman"/>
              </a:rPr>
              <a:t> (SMB) — l'application (LibreOffice, VS Code…) tourne entièrement en local, seul le fichier est distant.</a:t>
            </a:r>
            <a:endParaRPr/>
          </a:p>
          <a:p>
            <a:pPr>
              <a:defRPr/>
            </a:pPr>
            <a:r>
              <a:rPr sz="1200" b="1" i="0" u="none">
                <a:solidFill>
                  <a:srgbClr val="000000"/>
                </a:solidFill>
                <a:latin typeface="Times New Roman"/>
                <a:ea typeface="Times New Roman"/>
                <a:cs typeface="Times New Roman"/>
              </a:rPr>
              <a:t>Émulation de terminaux</a:t>
            </a:r>
            <a:endParaRPr/>
          </a:p>
          <a:p>
            <a:pPr>
              <a:defRPr/>
            </a:pPr>
            <a:r>
              <a:rPr sz="1200" b="1" i="0" u="none">
                <a:solidFill>
                  <a:srgbClr val="000000"/>
                </a:solidFill>
                <a:latin typeface="Times New Roman"/>
                <a:ea typeface="Times New Roman"/>
                <a:cs typeface="Times New Roman"/>
              </a:rPr>
              <a:t>telnet</a:t>
            </a:r>
            <a:r>
              <a:rPr sz="1200" b="0" i="0" u="none">
                <a:solidFill>
                  <a:srgbClr val="000000"/>
                </a:solidFill>
                <a:latin typeface="Times New Roman"/>
                <a:ea typeface="Times New Roman"/>
                <a:cs typeface="Times New Roman"/>
              </a:rPr>
              <a:t> (</a:t>
            </a:r>
            <a:r>
              <a:rPr sz="1000" b="0" i="0" u="none">
                <a:solidFill>
                  <a:srgbClr val="000000"/>
                </a:solidFill>
                <a:latin typeface="Courier New"/>
                <a:ea typeface="Courier New"/>
                <a:cs typeface="Courier New"/>
              </a:rPr>
              <a:t>telnetd</a:t>
            </a:r>
            <a:r>
              <a:rPr sz="1200" b="0" i="0" u="none">
                <a:solidFill>
                  <a:srgbClr val="000000"/>
                </a:solidFill>
                <a:latin typeface="Times New Roman"/>
                <a:ea typeface="Times New Roman"/>
                <a:cs typeface="Times New Roman"/>
              </a:rPr>
              <a:t> déjà indiqué sur ta slide), </a:t>
            </a:r>
            <a:r>
              <a:rPr sz="1200" b="1" i="0" u="none">
                <a:solidFill>
                  <a:srgbClr val="000000"/>
                </a:solidFill>
                <a:latin typeface="Times New Roman"/>
                <a:ea typeface="Times New Roman"/>
                <a:cs typeface="Times New Roman"/>
              </a:rPr>
              <a:t>rlogin</a:t>
            </a:r>
            <a:r>
              <a:rPr sz="1200" b="0" i="0" u="none">
                <a:solidFill>
                  <a:srgbClr val="000000"/>
                </a:solidFill>
                <a:latin typeface="Times New Roman"/>
                <a:ea typeface="Times New Roman"/>
                <a:cs typeface="Times New Roman"/>
              </a:rPr>
              <a:t>, et aujourd'hui son équivalent sécurisé </a:t>
            </a:r>
            <a:r>
              <a:rPr sz="1200" b="1" i="0" u="none">
                <a:solidFill>
                  <a:srgbClr val="000000"/>
                </a:solidFill>
                <a:latin typeface="Times New Roman"/>
                <a:ea typeface="Times New Roman"/>
                <a:cs typeface="Times New Roman"/>
              </a:rPr>
              <a:t>SSH</a:t>
            </a:r>
            <a:r>
              <a:rPr sz="1200" b="0" i="0" u="none">
                <a:solidFill>
                  <a:srgbClr val="000000"/>
                </a:solidFill>
                <a:latin typeface="Times New Roman"/>
                <a:ea typeface="Times New Roman"/>
                <a:cs typeface="Times New Roman"/>
              </a:rPr>
              <a:t>.</a:t>
            </a:r>
            <a:endParaRPr/>
          </a:p>
          <a:p>
            <a:pPr>
              <a:defRPr/>
            </a:pPr>
            <a:r>
              <a:rPr sz="1200" b="0" i="0" u="none">
                <a:solidFill>
                  <a:srgbClr val="000000"/>
                </a:solidFill>
                <a:latin typeface="Times New Roman"/>
                <a:ea typeface="Times New Roman"/>
                <a:cs typeface="Times New Roman"/>
              </a:rPr>
              <a:t>Ici c'est l'inverse des deux précédents : le client ne garde </a:t>
            </a:r>
            <a:r>
              <a:rPr sz="1200" b="1" i="0" u="none">
                <a:solidFill>
                  <a:srgbClr val="000000"/>
                </a:solidFill>
                <a:latin typeface="Times New Roman"/>
                <a:ea typeface="Times New Roman"/>
                <a:cs typeface="Times New Roman"/>
              </a:rPr>
              <a:t>que l'affichage</a:t>
            </a:r>
            <a:r>
              <a:rPr sz="1200" b="0" i="0" u="none">
                <a:solidFill>
                  <a:srgbClr val="000000"/>
                </a:solidFill>
                <a:latin typeface="Times New Roman"/>
                <a:ea typeface="Times New Roman"/>
                <a:cs typeface="Times New Roman"/>
              </a:rPr>
              <a:t> (clavier/écran), toute la logique </a:t>
            </a:r>
            <a:r>
              <a:rPr sz="1200" b="1" i="0" u="none">
                <a:solidFill>
                  <a:srgbClr val="000000"/>
                </a:solidFill>
                <a:latin typeface="Times New Roman"/>
                <a:ea typeface="Times New Roman"/>
                <a:cs typeface="Times New Roman"/>
              </a:rPr>
              <a:t>et</a:t>
            </a:r>
            <a:r>
              <a:rPr sz="1200" b="0" i="0" u="none">
                <a:solidFill>
                  <a:srgbClr val="000000"/>
                </a:solidFill>
                <a:latin typeface="Times New Roman"/>
                <a:ea typeface="Times New Roman"/>
                <a:cs typeface="Times New Roman"/>
              </a:rPr>
              <a:t> les données restent sur le serveur (c'est le shell distant, les commandes, les fichiers manipulés qui sont exécutés côté serveur).</a:t>
            </a:r>
            <a:endParaRPr/>
          </a:p>
          <a:p>
            <a:pPr>
              <a:defRPr/>
            </a:pPr>
            <a:r>
              <a:rPr sz="1200" b="0" i="0" u="none">
                <a:solidFill>
                  <a:srgbClr val="000000"/>
                </a:solidFill>
                <a:latin typeface="Times New Roman"/>
                <a:ea typeface="Times New Roman"/>
                <a:cs typeface="Times New Roman"/>
              </a:rPr>
              <a:t>Exemple concret : un étudiant qui se connecte en SSH sur la machine de TP et lance </a:t>
            </a:r>
            <a:r>
              <a:rPr sz="1000" b="0" i="0" u="none">
                <a:solidFill>
                  <a:srgbClr val="000000"/>
                </a:solidFill>
                <a:latin typeface="Courier New"/>
                <a:ea typeface="Courier New"/>
                <a:cs typeface="Courier New"/>
              </a:rPr>
              <a:t>vim</a:t>
            </a:r>
            <a:r>
              <a:rPr sz="1200" b="0" i="0" u="none">
                <a:solidFill>
                  <a:srgbClr val="000000"/>
                </a:solidFill>
                <a:latin typeface="Times New Roman"/>
                <a:ea typeface="Times New Roman"/>
                <a:cs typeface="Times New Roman"/>
              </a:rPr>
              <a:t> ou </a:t>
            </a:r>
            <a:r>
              <a:rPr sz="1000" b="0" i="0" u="none">
                <a:solidFill>
                  <a:srgbClr val="000000"/>
                </a:solidFill>
                <a:latin typeface="Courier New"/>
                <a:ea typeface="Courier New"/>
                <a:cs typeface="Courier New"/>
              </a:rPr>
              <a:t>python</a:t>
            </a:r>
            <a:r>
              <a:rPr sz="1200" b="0" i="0" u="none">
                <a:solidFill>
                  <a:srgbClr val="000000"/>
                </a:solidFill>
                <a:latin typeface="Times New Roman"/>
                <a:ea typeface="Times New Roman"/>
                <a:cs typeface="Times New Roman"/>
              </a:rPr>
              <a:t> — son PC ne fait qu'afficher, tout tourne sur le serveur.</a:t>
            </a:r>
            <a:endParaRPr/>
          </a:p>
        </p:txBody>
      </p:sp>
      <p:sp>
        <p:nvSpPr>
          <p:cNvPr id="1180969497" name="Slide Number Placeholder 3"/>
          <p:cNvSpPr>
            <a:spLocks noGrp="1"/>
          </p:cNvSpPr>
          <p:nvPr>
            <p:ph type="sldNum" sz="quarter" idx="10"/>
          </p:nvPr>
        </p:nvSpPr>
        <p:spPr bwMode="auto"/>
        <p:txBody>
          <a:bodyPr/>
          <a:lstStyle/>
          <a:p>
            <a:pPr>
              <a:defRPr/>
            </a:pPr>
            <a:fld id="{AD805D97-1A15-EB87-3F51-7BFF93571649}" type="slidenum">
              <a:rPr/>
              <a:t/>
            </a:fld>
            <a:endParaRPr/>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9F54293-604C-E10C-0CBD-617EC126CEE3}" type="slidenum">
              <a:rPr/>
              <a:t/>
            </a:fld>
            <a:endParaRPr/>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998273" name="Slide Image Placeholder 1"/>
          <p:cNvSpPr>
            <a:spLocks noChangeAspect="1" noGrp="1" noRot="1"/>
          </p:cNvSpPr>
          <p:nvPr>
            <p:ph type="sldImg"/>
          </p:nvPr>
        </p:nvSpPr>
        <p:spPr bwMode="auto"/>
      </p:sp>
      <p:sp>
        <p:nvSpPr>
          <p:cNvPr id="1297184941" name="Notes Placeholder 2"/>
          <p:cNvSpPr>
            <a:spLocks noGrp="1"/>
          </p:cNvSpPr>
          <p:nvPr>
            <p:ph type="body" idx="1"/>
          </p:nvPr>
        </p:nvSpPr>
        <p:spPr bwMode="auto"/>
        <p:txBody>
          <a:bodyPr/>
          <a:lstStyle/>
          <a:p>
            <a:pPr>
              <a:defRPr/>
            </a:pPr>
            <a:endParaRPr/>
          </a:p>
        </p:txBody>
      </p:sp>
      <p:sp>
        <p:nvSpPr>
          <p:cNvPr id="1859746746" name="Slide Number Placeholder 3"/>
          <p:cNvSpPr>
            <a:spLocks noGrp="1"/>
          </p:cNvSpPr>
          <p:nvPr>
            <p:ph type="sldNum" sz="quarter" idx="10"/>
          </p:nvPr>
        </p:nvSpPr>
        <p:spPr bwMode="auto"/>
        <p:txBody>
          <a:bodyPr/>
          <a:lstStyle/>
          <a:p>
            <a:pPr>
              <a:defRPr/>
            </a:pPr>
            <a:fld id="{CE07FD8A-B26B-4D0A-5ABE-3236F41ACC4F}" type="slidenum">
              <a:rPr/>
              <a:t/>
            </a:fld>
            <a:endParaRPr/>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Le 3-tiers sépare </a:t>
            </a:r>
            <a:r>
              <a:rPr sz="1200" b="1" i="0" u="none">
                <a:solidFill>
                  <a:srgbClr val="000000"/>
                </a:solidFill>
                <a:latin typeface="Times New Roman"/>
                <a:ea typeface="Times New Roman"/>
                <a:cs typeface="Times New Roman"/>
              </a:rPr>
              <a:t>horizontalement</a:t>
            </a:r>
            <a:r>
              <a:rPr sz="1200" b="0" i="0" u="none">
                <a:solidFill>
                  <a:srgbClr val="000000"/>
                </a:solidFill>
                <a:latin typeface="Times New Roman"/>
                <a:ea typeface="Times New Roman"/>
                <a:cs typeface="Times New Roman"/>
              </a:rPr>
              <a:t> (présentation / métier / données) ; les microservices séparent </a:t>
            </a:r>
            <a:r>
              <a:rPr sz="1200" b="1" i="0" u="none">
                <a:solidFill>
                  <a:srgbClr val="000000"/>
                </a:solidFill>
                <a:latin typeface="Times New Roman"/>
                <a:ea typeface="Times New Roman"/>
                <a:cs typeface="Times New Roman"/>
              </a:rPr>
              <a:t>en plus verticalement</a:t>
            </a:r>
            <a:r>
              <a:rPr sz="1200" b="0" i="0" u="none">
                <a:solidFill>
                  <a:srgbClr val="000000"/>
                </a:solidFill>
                <a:latin typeface="Times New Roman"/>
                <a:ea typeface="Times New Roman"/>
                <a:cs typeface="Times New Roman"/>
              </a:rPr>
              <a:t>, en découpant la couche métier elle-même en services autonomes déployables séparément.</a:t>
            </a:r>
            <a:endParaRPr/>
          </a:p>
        </p:txBody>
      </p:sp>
      <p:sp>
        <p:nvSpPr>
          <p:cNvPr id="4" name="Slide Number Placeholder 3"/>
          <p:cNvSpPr>
            <a:spLocks noGrp="1"/>
          </p:cNvSpPr>
          <p:nvPr>
            <p:ph type="sldNum" sz="quarter" idx="10"/>
          </p:nvPr>
        </p:nvSpPr>
        <p:spPr bwMode="auto"/>
        <p:txBody>
          <a:bodyPr/>
          <a:lstStyle/>
          <a:p>
            <a:pPr>
              <a:defRPr/>
            </a:pPr>
            <a:fld id="{B55223CC-39B2-A244-13F7-B3EE6B654420}" type="slidenum">
              <a:rPr/>
              <a:t/>
            </a:fld>
            <a:endParaRPr/>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5068541-846A-6397-7D54-FB769A3CBF1A}" type="slidenum">
              <a:rPr/>
              <a:t/>
            </a:fld>
            <a:endParaRPr/>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2098675" name="Slide Image Placeholder 1"/>
          <p:cNvSpPr>
            <a:spLocks noChangeAspect="1" noGrp="1" noRot="1"/>
          </p:cNvSpPr>
          <p:nvPr>
            <p:ph type="sldImg"/>
          </p:nvPr>
        </p:nvSpPr>
        <p:spPr bwMode="auto"/>
      </p:sp>
      <p:sp>
        <p:nvSpPr>
          <p:cNvPr id="392129571" name="Notes Placeholder 2"/>
          <p:cNvSpPr>
            <a:spLocks noGrp="1"/>
          </p:cNvSpPr>
          <p:nvPr>
            <p:ph type="body" idx="1"/>
          </p:nvPr>
        </p:nvSpPr>
        <p:spPr bwMode="auto"/>
        <p:txBody>
          <a:bodyPr/>
          <a:lstStyle/>
          <a:p>
            <a:pPr>
              <a:defRPr/>
            </a:pPr>
            <a:endParaRPr/>
          </a:p>
        </p:txBody>
      </p:sp>
      <p:sp>
        <p:nvSpPr>
          <p:cNvPr id="46100512" name="Slide Number Placeholder 3"/>
          <p:cNvSpPr>
            <a:spLocks noGrp="1"/>
          </p:cNvSpPr>
          <p:nvPr>
            <p:ph type="sldNum" sz="quarter" idx="10"/>
          </p:nvPr>
        </p:nvSpPr>
        <p:spPr bwMode="auto"/>
        <p:txBody>
          <a:bodyPr/>
          <a:lstStyle/>
          <a:p>
            <a:pPr>
              <a:defRPr/>
            </a:pPr>
            <a:fld id="{72F16499-2894-D78F-3C39-424441D6531E}" type="slidenum">
              <a:rPr/>
              <a:t/>
            </a:fld>
            <a:endParaRPr/>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582DCD-E212-C32F-3F20-B15BFED77180}" type="slidenum">
              <a:rPr/>
              <a:t/>
            </a:fld>
            <a:endParaRPr/>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47D858F-EDA5-3150-5F4E-4221E9BAA805}" type="slidenum">
              <a:rPr/>
              <a:t/>
            </a:fld>
            <a:endParaRPr/>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99930405" name="Slide Image Placeholder 1"/>
          <p:cNvSpPr>
            <a:spLocks noChangeAspect="1" noGrp="1" noRot="1"/>
          </p:cNvSpPr>
          <p:nvPr>
            <p:ph type="sldImg"/>
          </p:nvPr>
        </p:nvSpPr>
        <p:spPr bwMode="auto"/>
      </p:sp>
      <p:sp>
        <p:nvSpPr>
          <p:cNvPr id="1403079265" name="Notes Placeholder 2"/>
          <p:cNvSpPr>
            <a:spLocks noGrp="1"/>
          </p:cNvSpPr>
          <p:nvPr>
            <p:ph type="body" idx="1"/>
          </p:nvPr>
        </p:nvSpPr>
        <p:spPr bwMode="auto"/>
        <p:txBody>
          <a:bodyPr/>
          <a:lstStyle/>
          <a:p>
            <a:pPr>
              <a:defRPr/>
            </a:pPr>
            <a:endParaRPr/>
          </a:p>
        </p:txBody>
      </p:sp>
      <p:sp>
        <p:nvSpPr>
          <p:cNvPr id="1251346926" name="Slide Number Placeholder 3"/>
          <p:cNvSpPr>
            <a:spLocks noGrp="1"/>
          </p:cNvSpPr>
          <p:nvPr>
            <p:ph type="sldNum" sz="quarter" idx="10"/>
          </p:nvPr>
        </p:nvSpPr>
        <p:spPr bwMode="auto"/>
        <p:txBody>
          <a:bodyPr/>
          <a:lstStyle/>
          <a:p>
            <a:pPr>
              <a:defRPr/>
            </a:pPr>
            <a:fld id="{7568BA0F-D120-E4B6-BF9F-F1AC68A105F5}" type="slidenum">
              <a:rPr/>
              <a:t/>
            </a:fld>
            <a:endParaRPr/>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4592545" name="Slide Image Placeholder 1"/>
          <p:cNvSpPr>
            <a:spLocks noChangeAspect="1" noGrp="1" noRot="1"/>
          </p:cNvSpPr>
          <p:nvPr>
            <p:ph type="sldImg"/>
          </p:nvPr>
        </p:nvSpPr>
        <p:spPr bwMode="auto"/>
      </p:sp>
      <p:sp>
        <p:nvSpPr>
          <p:cNvPr id="1584999083" name="Notes Placeholder 2"/>
          <p:cNvSpPr>
            <a:spLocks noGrp="1"/>
          </p:cNvSpPr>
          <p:nvPr>
            <p:ph type="body" idx="1"/>
          </p:nvPr>
        </p:nvSpPr>
        <p:spPr bwMode="auto"/>
        <p:txBody>
          <a:bodyPr/>
          <a:lstStyle/>
          <a:p>
            <a:pPr>
              <a:defRPr/>
            </a:pPr>
            <a:endParaRPr/>
          </a:p>
        </p:txBody>
      </p:sp>
      <p:sp>
        <p:nvSpPr>
          <p:cNvPr id="1341713746" name="Slide Number Placeholder 3"/>
          <p:cNvSpPr>
            <a:spLocks noGrp="1"/>
          </p:cNvSpPr>
          <p:nvPr>
            <p:ph type="sldNum" sz="quarter" idx="10"/>
          </p:nvPr>
        </p:nvSpPr>
        <p:spPr bwMode="auto"/>
        <p:txBody>
          <a:bodyPr/>
          <a:lstStyle/>
          <a:p>
            <a:pPr>
              <a:defRPr/>
            </a:pPr>
            <a:fld id="{33BE3593-D529-4821-0D88-1C009AFA41C4}" type="slidenum">
              <a:rPr/>
              <a:t/>
            </a:fld>
            <a:endParaRPr/>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084841-5EF3-037A-EEA6-537E48C1EE2A}" type="slidenum">
              <a:rPr/>
              <a:t/>
            </a:fld>
            <a:endParaRPr/>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560A71-C6FF-1E02-F8AC-D30C38D46897}" type="slidenum">
              <a:rPr/>
              <a:t/>
            </a:fld>
            <a:endParaRPr/>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50DEEE-5363-138C-48BB-98227426D954}" type="slidenum">
              <a:rPr/>
              <a:t/>
            </a:fld>
            <a:endParaRPr/>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81E387-8D05-D0F1-6526-B3F8FC41E3DA}" type="slidenum">
              <a:rPr/>
              <a:t/>
            </a:fld>
            <a:endParaRPr/>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241975" name="Slide Image Placeholder 1"/>
          <p:cNvSpPr>
            <a:spLocks noChangeAspect="1" noGrp="1" noRot="1"/>
          </p:cNvSpPr>
          <p:nvPr>
            <p:ph type="sldImg"/>
          </p:nvPr>
        </p:nvSpPr>
        <p:spPr bwMode="auto"/>
      </p:sp>
      <p:sp>
        <p:nvSpPr>
          <p:cNvPr id="208635657" name="Notes Placeholder 2"/>
          <p:cNvSpPr>
            <a:spLocks noGrp="1"/>
          </p:cNvSpPr>
          <p:nvPr>
            <p:ph type="body" idx="1"/>
          </p:nvPr>
        </p:nvSpPr>
        <p:spPr bwMode="auto"/>
        <p:txBody>
          <a:bodyPr/>
          <a:lstStyle/>
          <a:p>
            <a:pPr>
              <a:defRPr/>
            </a:pPr>
            <a:endParaRPr/>
          </a:p>
        </p:txBody>
      </p:sp>
      <p:sp>
        <p:nvSpPr>
          <p:cNvPr id="1812935683" name="Slide Number Placeholder 3"/>
          <p:cNvSpPr>
            <a:spLocks noGrp="1"/>
          </p:cNvSpPr>
          <p:nvPr>
            <p:ph type="sldNum" sz="quarter" idx="10"/>
          </p:nvPr>
        </p:nvSpPr>
        <p:spPr bwMode="auto"/>
        <p:txBody>
          <a:bodyPr/>
          <a:lstStyle/>
          <a:p>
            <a:pPr>
              <a:defRPr/>
            </a:pPr>
            <a:fld id="{E61E6FC5-4DB9-009E-D795-3CC19D63C77C}" type="slidenum">
              <a:rPr/>
              <a:t/>
            </a:fld>
            <a:endParaRPr/>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9440906" name="Slide Image Placeholder 1"/>
          <p:cNvSpPr>
            <a:spLocks noChangeAspect="1" noGrp="1" noRot="1"/>
          </p:cNvSpPr>
          <p:nvPr>
            <p:ph type="sldImg"/>
          </p:nvPr>
        </p:nvSpPr>
        <p:spPr bwMode="auto"/>
      </p:sp>
      <p:sp>
        <p:nvSpPr>
          <p:cNvPr id="743883287" name="Notes Placeholder 2"/>
          <p:cNvSpPr>
            <a:spLocks noGrp="1"/>
          </p:cNvSpPr>
          <p:nvPr>
            <p:ph type="body" idx="1"/>
          </p:nvPr>
        </p:nvSpPr>
        <p:spPr bwMode="auto"/>
        <p:txBody>
          <a:bodyPr/>
          <a:lstStyle/>
          <a:p>
            <a:pPr>
              <a:defRPr/>
            </a:pPr>
            <a:endParaRPr/>
          </a:p>
        </p:txBody>
      </p:sp>
      <p:sp>
        <p:nvSpPr>
          <p:cNvPr id="230433434" name="Slide Number Placeholder 3"/>
          <p:cNvSpPr>
            <a:spLocks noGrp="1"/>
          </p:cNvSpPr>
          <p:nvPr>
            <p:ph type="sldNum" sz="quarter" idx="10"/>
          </p:nvPr>
        </p:nvSpPr>
        <p:spPr bwMode="auto"/>
        <p:txBody>
          <a:bodyPr/>
          <a:lstStyle/>
          <a:p>
            <a:pPr>
              <a:defRPr/>
            </a:pPr>
            <a:fld id="{05F9D0C4-30BD-C608-B5A8-4CC87344F79F}" type="slidenum">
              <a:rPr/>
              <a:t/>
            </a:fld>
            <a:endParaRPr/>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7231480" name="Slide Image Placeholder 1"/>
          <p:cNvSpPr>
            <a:spLocks noChangeAspect="1" noGrp="1" noRot="1"/>
          </p:cNvSpPr>
          <p:nvPr>
            <p:ph type="sldImg"/>
          </p:nvPr>
        </p:nvSpPr>
        <p:spPr bwMode="auto"/>
      </p:sp>
      <p:sp>
        <p:nvSpPr>
          <p:cNvPr id="2019407264" name="Notes Placeholder 2"/>
          <p:cNvSpPr>
            <a:spLocks noGrp="1"/>
          </p:cNvSpPr>
          <p:nvPr>
            <p:ph type="body" idx="1"/>
          </p:nvPr>
        </p:nvSpPr>
        <p:spPr bwMode="auto"/>
        <p:txBody>
          <a:bodyPr/>
          <a:lstStyle/>
          <a:p>
            <a:pPr>
              <a:defRPr/>
            </a:pPr>
            <a:endParaRPr/>
          </a:p>
        </p:txBody>
      </p:sp>
      <p:sp>
        <p:nvSpPr>
          <p:cNvPr id="1695239999" name="Slide Number Placeholder 3"/>
          <p:cNvSpPr>
            <a:spLocks noGrp="1"/>
          </p:cNvSpPr>
          <p:nvPr>
            <p:ph type="sldNum" sz="quarter" idx="10"/>
          </p:nvPr>
        </p:nvSpPr>
        <p:spPr bwMode="auto"/>
        <p:txBody>
          <a:bodyPr/>
          <a:lstStyle/>
          <a:p>
            <a:pPr>
              <a:defRPr/>
            </a:pPr>
            <a:fld id="{10391C29-9791-CAE3-8FFA-43B904070334}" type="slidenum">
              <a:rPr/>
              <a:t/>
            </a:fld>
            <a:endParaRPr/>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53653D1-43FE-3692-EFAF-4C49CAF93C94}" type="slidenum">
              <a:rPr/>
              <a:t/>
            </a:fld>
            <a:endParaRPr/>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E525B47-232E-F4EA-A226-71B6A0974898}" type="slidenum">
              <a:rPr/>
              <a:t/>
            </a:fld>
            <a:endParaRPr/>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EE5B24-E707-C2B3-3B5D-ED592C6120BD}" type="slidenum">
              <a:rPr/>
              <a:t/>
            </a:fld>
            <a:endParaRPr/>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3ABC41-AAC6-4A99-589E-671B110731F4}" type="slidenum">
              <a:rPr/>
              <a:t/>
            </a:fld>
            <a:endParaRPr/>
          </a:p>
        </p:txBody>
      </p:sp>
    </p:spTree>
  </p:cSld>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5164572" name="Slide Image Placeholder 1"/>
          <p:cNvSpPr>
            <a:spLocks noChangeAspect="1" noGrp="1" noRot="1"/>
          </p:cNvSpPr>
          <p:nvPr>
            <p:ph type="sldImg"/>
          </p:nvPr>
        </p:nvSpPr>
        <p:spPr bwMode="auto"/>
      </p:sp>
      <p:sp>
        <p:nvSpPr>
          <p:cNvPr id="1943172626" name="Notes Placeholder 2"/>
          <p:cNvSpPr>
            <a:spLocks noGrp="1"/>
          </p:cNvSpPr>
          <p:nvPr>
            <p:ph type="body" idx="1"/>
          </p:nvPr>
        </p:nvSpPr>
        <p:spPr bwMode="auto"/>
        <p:txBody>
          <a:bodyPr/>
          <a:lstStyle/>
          <a:p>
            <a:pPr>
              <a:defRPr/>
            </a:pPr>
            <a:endParaRPr/>
          </a:p>
        </p:txBody>
      </p:sp>
      <p:sp>
        <p:nvSpPr>
          <p:cNvPr id="61130173" name="Slide Number Placeholder 3"/>
          <p:cNvSpPr>
            <a:spLocks noGrp="1"/>
          </p:cNvSpPr>
          <p:nvPr>
            <p:ph type="sldNum" sz="quarter" idx="10"/>
          </p:nvPr>
        </p:nvSpPr>
        <p:spPr bwMode="auto"/>
        <p:txBody>
          <a:bodyPr/>
          <a:lstStyle/>
          <a:p>
            <a:pPr>
              <a:defRPr/>
            </a:pPr>
            <a:fld id="{97801D10-C3C1-62ED-A827-57C0946E8333}" type="slidenum">
              <a:rPr/>
              <a:t/>
            </a:fld>
            <a:endParaRPr/>
          </a:p>
        </p:txBody>
      </p:sp>
    </p:spTree>
  </p:cSld>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726802" name="Slide Image Placeholder 1"/>
          <p:cNvSpPr>
            <a:spLocks noChangeAspect="1" noGrp="1" noRot="1"/>
          </p:cNvSpPr>
          <p:nvPr>
            <p:ph type="sldImg"/>
          </p:nvPr>
        </p:nvSpPr>
        <p:spPr bwMode="auto"/>
      </p:sp>
      <p:sp>
        <p:nvSpPr>
          <p:cNvPr id="244718046" name="Notes Placeholder 2"/>
          <p:cNvSpPr>
            <a:spLocks noGrp="1"/>
          </p:cNvSpPr>
          <p:nvPr>
            <p:ph type="body" idx="1"/>
          </p:nvPr>
        </p:nvSpPr>
        <p:spPr bwMode="auto"/>
        <p:txBody>
          <a:bodyPr/>
          <a:lstStyle/>
          <a:p>
            <a:pPr>
              <a:defRPr/>
            </a:pPr>
            <a:endParaRPr/>
          </a:p>
        </p:txBody>
      </p:sp>
      <p:sp>
        <p:nvSpPr>
          <p:cNvPr id="1812663512" name="Slide Number Placeholder 3"/>
          <p:cNvSpPr>
            <a:spLocks noGrp="1"/>
          </p:cNvSpPr>
          <p:nvPr>
            <p:ph type="sldNum" sz="quarter" idx="10"/>
          </p:nvPr>
        </p:nvSpPr>
        <p:spPr bwMode="auto"/>
        <p:txBody>
          <a:bodyPr/>
          <a:lstStyle/>
          <a:p>
            <a:pPr>
              <a:defRPr/>
            </a:pPr>
            <a:fld id="{E2E5FCAE-810F-DEE2-4F29-6A4BBD8B21D1}" type="slidenum">
              <a:rPr/>
              <a:t/>
            </a:fld>
            <a:endParaRPr/>
          </a:p>
        </p:txBody>
      </p:sp>
    </p:spTree>
  </p:cSld>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D39B81-4DE2-6E3A-6C6B-28FF994ED7D5}" type="slidenum">
              <a:rPr/>
              <a:t/>
            </a:fld>
            <a:endParaRPr/>
          </a:p>
        </p:txBody>
      </p:sp>
    </p:spTree>
  </p:cSld>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872650" name="Slide Image Placeholder 1"/>
          <p:cNvSpPr>
            <a:spLocks noChangeAspect="1" noGrp="1" noRot="1"/>
          </p:cNvSpPr>
          <p:nvPr>
            <p:ph type="sldImg"/>
          </p:nvPr>
        </p:nvSpPr>
        <p:spPr bwMode="auto"/>
      </p:sp>
      <p:sp>
        <p:nvSpPr>
          <p:cNvPr id="1538340346" name="Notes Placeholder 2"/>
          <p:cNvSpPr>
            <a:spLocks noGrp="1"/>
          </p:cNvSpPr>
          <p:nvPr>
            <p:ph type="body" idx="1"/>
          </p:nvPr>
        </p:nvSpPr>
        <p:spPr bwMode="auto"/>
        <p:txBody>
          <a:bodyPr/>
          <a:lstStyle/>
          <a:p>
            <a:pPr>
              <a:defRPr/>
            </a:pPr>
            <a:endParaRPr/>
          </a:p>
        </p:txBody>
      </p:sp>
      <p:sp>
        <p:nvSpPr>
          <p:cNvPr id="1312784614" name="Slide Number Placeholder 3"/>
          <p:cNvSpPr>
            <a:spLocks noGrp="1"/>
          </p:cNvSpPr>
          <p:nvPr>
            <p:ph type="sldNum" sz="quarter" idx="10"/>
          </p:nvPr>
        </p:nvSpPr>
        <p:spPr bwMode="auto"/>
        <p:txBody>
          <a:bodyPr/>
          <a:lstStyle/>
          <a:p>
            <a:pPr>
              <a:defRPr/>
            </a:pPr>
            <a:fld id="{F8EF9B40-DB87-9A61-1C22-C9B4F3EAB003}" type="slidenum">
              <a:rPr/>
              <a:t/>
            </a:fld>
            <a:endParaRPr/>
          </a:p>
        </p:txBody>
      </p:sp>
    </p:spTree>
  </p:cSld>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D86CD8-BEB5-7A70-44C2-305FAC6AE3DE}" type="slidenum">
              <a:rPr/>
              <a:t/>
            </a:fld>
            <a:endParaRPr/>
          </a:p>
        </p:txBody>
      </p:sp>
    </p:spTree>
  </p:cSld>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6C7C42C-BAA8-4E70-2694-AED19A379622}" type="slidenum">
              <a:rPr/>
              <a:t/>
            </a:fld>
            <a:endParaRPr/>
          </a:p>
        </p:txBody>
      </p:sp>
    </p:spTree>
  </p:cSld>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30C6316-A55F-C648-B70F-D7C9C7B2F786}" type="slidenum">
              <a:rPr/>
              <a:t/>
            </a:fld>
            <a:endParaRPr/>
          </a:p>
        </p:txBody>
      </p:sp>
    </p:spTree>
  </p:cSld>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3BF30D0-3968-9CB9-FF40-9152B11E85F2}" type="slidenum">
              <a:rPr/>
              <a:t/>
            </a:fld>
            <a:endParaRPr/>
          </a:p>
        </p:txBody>
      </p:sp>
    </p:spTree>
  </p:cSld>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3F3AC8-669C-44A8-809C-DF668AEC47DE}" type="slidenum">
              <a:rPr/>
              <a:t/>
            </a:fld>
            <a:endParaRPr/>
          </a:p>
        </p:txBody>
      </p:sp>
    </p:spTree>
  </p:cSld>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8F665AF-D1F3-E3EA-D542-C4D7D5360133}" type="slidenum">
              <a:rPr/>
              <a:t/>
            </a:fld>
            <a:endParaRPr/>
          </a:p>
        </p:txBody>
      </p:sp>
    </p:spTree>
  </p:cSld>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9328242" name="Slide Image Placeholder 1"/>
          <p:cNvSpPr>
            <a:spLocks noChangeAspect="1" noGrp="1" noRot="1"/>
          </p:cNvSpPr>
          <p:nvPr>
            <p:ph type="sldImg"/>
          </p:nvPr>
        </p:nvSpPr>
        <p:spPr bwMode="auto"/>
      </p:sp>
      <p:sp>
        <p:nvSpPr>
          <p:cNvPr id="510344740" name="Notes Placeholder 2"/>
          <p:cNvSpPr>
            <a:spLocks noGrp="1"/>
          </p:cNvSpPr>
          <p:nvPr>
            <p:ph type="body" idx="1"/>
          </p:nvPr>
        </p:nvSpPr>
        <p:spPr bwMode="auto"/>
        <p:txBody>
          <a:bodyPr/>
          <a:lstStyle/>
          <a:p>
            <a:pPr>
              <a:defRPr/>
            </a:pPr>
            <a:endParaRPr/>
          </a:p>
        </p:txBody>
      </p:sp>
      <p:sp>
        <p:nvSpPr>
          <p:cNvPr id="2042353681" name="Slide Number Placeholder 3"/>
          <p:cNvSpPr>
            <a:spLocks noGrp="1"/>
          </p:cNvSpPr>
          <p:nvPr>
            <p:ph type="sldNum" sz="quarter" idx="10"/>
          </p:nvPr>
        </p:nvSpPr>
        <p:spPr bwMode="auto"/>
        <p:txBody>
          <a:bodyPr/>
          <a:lstStyle/>
          <a:p>
            <a:pPr>
              <a:defRPr/>
            </a:pPr>
            <a:fld id="{EB060C93-F052-72AF-C1B5-CD44E7BC24EA}" type="slidenum">
              <a:rPr/>
              <a:t/>
            </a:fld>
            <a:endParaRPr/>
          </a:p>
        </p:txBody>
      </p:sp>
    </p:spTree>
  </p:cSld>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F94FF70-3659-BCF4-7FF7-EE27B629F870}" type="slidenum">
              <a:rPr/>
              <a:t/>
            </a:fld>
            <a:endParaRPr/>
          </a:p>
        </p:txBody>
      </p:sp>
    </p:spTree>
  </p:cSld>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F5AE2D6-A868-1A3B-B715-BF107F60BA39}" type="slidenum">
              <a:rPr/>
              <a:t/>
            </a:fld>
            <a:endParaRPr/>
          </a:p>
        </p:txBody>
      </p:sp>
    </p:spTree>
  </p:cSld>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F32C124-A4A2-1C57-15D5-BD68787F94EA}" type="slidenum">
              <a:rPr/>
              <a:t/>
            </a:fld>
            <a:endParaRPr/>
          </a:p>
        </p:txBody>
      </p:sp>
    </p:spTree>
  </p:cSld>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9805042" name="Slide Image Placeholder 1"/>
          <p:cNvSpPr>
            <a:spLocks noChangeAspect="1" noGrp="1" noRot="1"/>
          </p:cNvSpPr>
          <p:nvPr>
            <p:ph type="sldImg"/>
          </p:nvPr>
        </p:nvSpPr>
        <p:spPr bwMode="auto"/>
      </p:sp>
      <p:sp>
        <p:nvSpPr>
          <p:cNvPr id="2012810105" name="Notes Placeholder 2"/>
          <p:cNvSpPr>
            <a:spLocks noGrp="1"/>
          </p:cNvSpPr>
          <p:nvPr>
            <p:ph type="body" idx="1"/>
          </p:nvPr>
        </p:nvSpPr>
        <p:spPr bwMode="auto"/>
        <p:txBody>
          <a:bodyPr/>
          <a:lstStyle/>
          <a:p>
            <a:pPr>
              <a:defRPr/>
            </a:pPr>
            <a:endParaRPr/>
          </a:p>
        </p:txBody>
      </p:sp>
      <p:sp>
        <p:nvSpPr>
          <p:cNvPr id="657136129" name="Slide Number Placeholder 3"/>
          <p:cNvSpPr>
            <a:spLocks noGrp="1"/>
          </p:cNvSpPr>
          <p:nvPr>
            <p:ph type="sldNum" sz="quarter" idx="10"/>
          </p:nvPr>
        </p:nvSpPr>
        <p:spPr bwMode="auto"/>
        <p:txBody>
          <a:bodyPr/>
          <a:lstStyle/>
          <a:p>
            <a:pPr>
              <a:defRPr/>
            </a:pPr>
            <a:fld id="{3994B171-E8F2-A51E-AC2D-AA466413C877}" type="slidenum">
              <a:rPr/>
              <a:t/>
            </a:fld>
            <a:endParaRPr/>
          </a:p>
        </p:txBody>
      </p:sp>
    </p:spTree>
  </p:cSld>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DF35F5C-0BAF-1A7B-5543-AA36A484A553}" type="slidenum">
              <a:rPr/>
              <a:t/>
            </a:fld>
            <a:endParaRPr/>
          </a:p>
        </p:txBody>
      </p:sp>
    </p:spTree>
  </p:cSld>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298191" name="Slide Image Placeholder 1"/>
          <p:cNvSpPr>
            <a:spLocks noChangeAspect="1" noGrp="1" noRot="1"/>
          </p:cNvSpPr>
          <p:nvPr>
            <p:ph type="sldImg"/>
          </p:nvPr>
        </p:nvSpPr>
        <p:spPr bwMode="auto"/>
      </p:sp>
      <p:sp>
        <p:nvSpPr>
          <p:cNvPr id="448402645" name="Notes Placeholder 2"/>
          <p:cNvSpPr>
            <a:spLocks noGrp="1"/>
          </p:cNvSpPr>
          <p:nvPr>
            <p:ph type="body" idx="1"/>
          </p:nvPr>
        </p:nvSpPr>
        <p:spPr bwMode="auto"/>
        <p:txBody>
          <a:bodyPr/>
          <a:lstStyle/>
          <a:p>
            <a:pPr>
              <a:defRPr/>
            </a:pPr>
            <a:endParaRPr/>
          </a:p>
        </p:txBody>
      </p:sp>
      <p:sp>
        <p:nvSpPr>
          <p:cNvPr id="333839586" name="Slide Number Placeholder 3"/>
          <p:cNvSpPr>
            <a:spLocks noGrp="1"/>
          </p:cNvSpPr>
          <p:nvPr>
            <p:ph type="sldNum" sz="quarter" idx="10"/>
          </p:nvPr>
        </p:nvSpPr>
        <p:spPr bwMode="auto"/>
        <p:txBody>
          <a:bodyPr/>
          <a:lstStyle/>
          <a:p>
            <a:pPr>
              <a:defRPr/>
            </a:pPr>
            <a:fld id="{05A41EC5-1909-968E-814C-E8AF9FA7ECAF}" type="slidenum">
              <a:rPr/>
              <a:t/>
            </a:fld>
            <a:endParaRPr/>
          </a:p>
        </p:txBody>
      </p:sp>
    </p:spTree>
  </p:cSld>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663F5F-7AF6-A9EB-09EB-FBDA8627815D}" type="slidenum">
              <a:rPr/>
              <a:t/>
            </a:fld>
            <a:endParaRPr/>
          </a:p>
        </p:txBody>
      </p:sp>
    </p:spTree>
  </p:cSld>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753691" name="Slide Image Placeholder 1"/>
          <p:cNvSpPr>
            <a:spLocks noChangeAspect="1" noGrp="1" noRot="1"/>
          </p:cNvSpPr>
          <p:nvPr>
            <p:ph type="sldImg"/>
          </p:nvPr>
        </p:nvSpPr>
        <p:spPr bwMode="auto"/>
      </p:sp>
      <p:sp>
        <p:nvSpPr>
          <p:cNvPr id="1870409163" name="Notes Placeholder 2"/>
          <p:cNvSpPr>
            <a:spLocks noGrp="1"/>
          </p:cNvSpPr>
          <p:nvPr>
            <p:ph type="body" idx="1"/>
          </p:nvPr>
        </p:nvSpPr>
        <p:spPr bwMode="auto"/>
        <p:txBody>
          <a:bodyPr/>
          <a:lstStyle/>
          <a:p>
            <a:pPr>
              <a:defRPr/>
            </a:pPr>
            <a:endParaRPr/>
          </a:p>
        </p:txBody>
      </p:sp>
      <p:sp>
        <p:nvSpPr>
          <p:cNvPr id="1832434976" name="Slide Number Placeholder 3"/>
          <p:cNvSpPr>
            <a:spLocks noGrp="1"/>
          </p:cNvSpPr>
          <p:nvPr>
            <p:ph type="sldNum" sz="quarter" idx="10"/>
          </p:nvPr>
        </p:nvSpPr>
        <p:spPr bwMode="auto"/>
        <p:txBody>
          <a:bodyPr/>
          <a:lstStyle/>
          <a:p>
            <a:pPr>
              <a:defRPr/>
            </a:pPr>
            <a:fld id="{CC0762DF-0F04-1E5B-AF0A-AE075205498B}" type="slidenum">
              <a:rPr/>
              <a:t/>
            </a:fld>
            <a:endParaRPr/>
          </a:p>
        </p:txBody>
      </p:sp>
    </p:spTree>
  </p:cSld>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680717E-4776-69A4-B194-AC6B701F448D}" type="slidenum">
              <a:rPr/>
              <a:t/>
            </a:fld>
            <a:endParaRPr/>
          </a:p>
        </p:txBody>
      </p:sp>
    </p:spTree>
  </p:cSld>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33353A-E887-E5F2-4FBC-AC3441623D77}" type="slidenum">
              <a:rPr/>
              <a:t/>
            </a:fld>
            <a:endParaRPr/>
          </a:p>
        </p:txBody>
      </p:sp>
    </p:spTree>
  </p:cSld>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5791866" name="Slide Image Placeholder 1"/>
          <p:cNvSpPr>
            <a:spLocks noChangeAspect="1" noGrp="1" noRot="1"/>
          </p:cNvSpPr>
          <p:nvPr>
            <p:ph type="sldImg"/>
          </p:nvPr>
        </p:nvSpPr>
        <p:spPr bwMode="auto"/>
      </p:sp>
      <p:sp>
        <p:nvSpPr>
          <p:cNvPr id="2077016782" name="Notes Placeholder 2"/>
          <p:cNvSpPr>
            <a:spLocks noGrp="1"/>
          </p:cNvSpPr>
          <p:nvPr>
            <p:ph type="body" idx="1"/>
          </p:nvPr>
        </p:nvSpPr>
        <p:spPr bwMode="auto"/>
        <p:txBody>
          <a:bodyPr/>
          <a:lstStyle/>
          <a:p>
            <a:pPr>
              <a:defRPr/>
            </a:pPr>
            <a:endParaRPr/>
          </a:p>
        </p:txBody>
      </p:sp>
      <p:sp>
        <p:nvSpPr>
          <p:cNvPr id="453932060" name="Slide Number Placeholder 3"/>
          <p:cNvSpPr>
            <a:spLocks noGrp="1"/>
          </p:cNvSpPr>
          <p:nvPr>
            <p:ph type="sldNum" sz="quarter" idx="10"/>
          </p:nvPr>
        </p:nvSpPr>
        <p:spPr bwMode="auto"/>
        <p:txBody>
          <a:bodyPr/>
          <a:lstStyle/>
          <a:p>
            <a:pPr>
              <a:defRPr/>
            </a:pPr>
            <a:fld id="{D1EC75AA-C978-8D4C-A8B3-7AA050348A5A}" type="slidenum">
              <a:rPr/>
              <a:t/>
            </a:fld>
            <a:endParaRPr/>
          </a:p>
        </p:txBody>
      </p:sp>
    </p:spTree>
  </p:cSld>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332755D-0817-504B-53E8-8404CCB466C9}" type="slidenum">
              <a:rPr/>
              <a:t/>
            </a:fld>
            <a:endParaRPr/>
          </a:p>
        </p:txBody>
      </p:sp>
    </p:spTree>
  </p:cSld>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3759841" name="Slide Image Placeholder 1"/>
          <p:cNvSpPr>
            <a:spLocks noChangeAspect="1" noGrp="1" noRot="1"/>
          </p:cNvSpPr>
          <p:nvPr>
            <p:ph type="sldImg"/>
          </p:nvPr>
        </p:nvSpPr>
        <p:spPr bwMode="auto"/>
      </p:sp>
      <p:sp>
        <p:nvSpPr>
          <p:cNvPr id="1296295264" name="Notes Placeholder 2"/>
          <p:cNvSpPr>
            <a:spLocks noGrp="1"/>
          </p:cNvSpPr>
          <p:nvPr>
            <p:ph type="body" idx="1"/>
          </p:nvPr>
        </p:nvSpPr>
        <p:spPr bwMode="auto"/>
        <p:txBody>
          <a:bodyPr/>
          <a:lstStyle/>
          <a:p>
            <a:pPr>
              <a:defRPr/>
            </a:pPr>
            <a:endParaRPr/>
          </a:p>
        </p:txBody>
      </p:sp>
      <p:sp>
        <p:nvSpPr>
          <p:cNvPr id="1081454750" name="Slide Number Placeholder 3"/>
          <p:cNvSpPr>
            <a:spLocks noGrp="1"/>
          </p:cNvSpPr>
          <p:nvPr>
            <p:ph type="sldNum" sz="quarter" idx="10"/>
          </p:nvPr>
        </p:nvSpPr>
        <p:spPr bwMode="auto"/>
        <p:txBody>
          <a:bodyPr/>
          <a:lstStyle/>
          <a:p>
            <a:pPr>
              <a:defRPr/>
            </a:pPr>
            <a:fld id="{1A1959CA-4FFD-4EFA-1EFA-F822B743D23C}" type="slidenum">
              <a:rPr/>
              <a:t/>
            </a:fld>
            <a:endParaRPr/>
          </a:p>
        </p:txBody>
      </p:sp>
    </p:spTree>
  </p:cSld>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65D53F-1FE0-B94E-2554-29FD77438116}" type="slidenum">
              <a:rPr/>
              <a:t/>
            </a:fld>
            <a:endParaRPr/>
          </a:p>
        </p:txBody>
      </p:sp>
    </p:spTree>
  </p:cSld>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FD53FAF-71C4-B1E0-C393-16FB0BA64435}" type="slidenum">
              <a:rPr/>
              <a:t/>
            </a:fld>
            <a:endParaRPr/>
          </a:p>
        </p:txBody>
      </p:sp>
    </p:spTree>
  </p:cSld>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4D62939-2C66-1CE8-14A1-6B2A47C3368E}" type="slidenum">
              <a:rPr/>
              <a:t/>
            </a:fld>
            <a:endParaRPr/>
          </a:p>
        </p:txBody>
      </p:sp>
    </p:spTree>
  </p:cSld>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AC9082-493C-3C46-6D4E-FAFCDE0E9B72}" type="slidenum">
              <a:rPr/>
              <a:t/>
            </a:fld>
            <a:endParaRPr/>
          </a:p>
        </p:txBody>
      </p:sp>
    </p:spTree>
  </p:cSld>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7706424" name="Slide Image Placeholder 1"/>
          <p:cNvSpPr>
            <a:spLocks noChangeAspect="1" noGrp="1" noRot="1"/>
          </p:cNvSpPr>
          <p:nvPr>
            <p:ph type="sldImg"/>
          </p:nvPr>
        </p:nvSpPr>
        <p:spPr bwMode="auto"/>
      </p:sp>
      <p:sp>
        <p:nvSpPr>
          <p:cNvPr id="1567822763" name="Notes Placeholder 2"/>
          <p:cNvSpPr>
            <a:spLocks noGrp="1"/>
          </p:cNvSpPr>
          <p:nvPr>
            <p:ph type="body" idx="1"/>
          </p:nvPr>
        </p:nvSpPr>
        <p:spPr bwMode="auto"/>
        <p:txBody>
          <a:bodyPr/>
          <a:lstStyle/>
          <a:p>
            <a:pPr>
              <a:defRPr/>
            </a:pPr>
            <a:endParaRPr/>
          </a:p>
        </p:txBody>
      </p:sp>
      <p:sp>
        <p:nvSpPr>
          <p:cNvPr id="750410107" name="Slide Number Placeholder 3"/>
          <p:cNvSpPr>
            <a:spLocks noGrp="1"/>
          </p:cNvSpPr>
          <p:nvPr>
            <p:ph type="sldNum" sz="quarter" idx="10"/>
          </p:nvPr>
        </p:nvSpPr>
        <p:spPr bwMode="auto"/>
        <p:txBody>
          <a:bodyPr/>
          <a:lstStyle/>
          <a:p>
            <a:pPr>
              <a:defRPr/>
            </a:pPr>
            <a:fld id="{D4405E87-4871-2E10-14DC-874AB559AF7C}" type="slidenum">
              <a:rPr/>
              <a:t/>
            </a:fld>
            <a:endParaRPr/>
          </a:p>
        </p:txBody>
      </p:sp>
    </p:spTree>
  </p:cSld>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5619525" name="Slide Image Placeholder 1"/>
          <p:cNvSpPr>
            <a:spLocks noChangeAspect="1" noGrp="1" noRot="1"/>
          </p:cNvSpPr>
          <p:nvPr>
            <p:ph type="sldImg"/>
          </p:nvPr>
        </p:nvSpPr>
        <p:spPr bwMode="auto"/>
      </p:sp>
      <p:sp>
        <p:nvSpPr>
          <p:cNvPr id="439787021" name="Notes Placeholder 2"/>
          <p:cNvSpPr>
            <a:spLocks noGrp="1"/>
          </p:cNvSpPr>
          <p:nvPr>
            <p:ph type="body" idx="1"/>
          </p:nvPr>
        </p:nvSpPr>
        <p:spPr bwMode="auto"/>
        <p:txBody>
          <a:bodyPr/>
          <a:lstStyle/>
          <a:p>
            <a:pPr>
              <a:defRPr/>
            </a:pPr>
            <a:endParaRPr/>
          </a:p>
        </p:txBody>
      </p:sp>
      <p:sp>
        <p:nvSpPr>
          <p:cNvPr id="464499989" name="Slide Number Placeholder 3"/>
          <p:cNvSpPr>
            <a:spLocks noGrp="1"/>
          </p:cNvSpPr>
          <p:nvPr>
            <p:ph type="sldNum" sz="quarter" idx="10"/>
          </p:nvPr>
        </p:nvSpPr>
        <p:spPr bwMode="auto"/>
        <p:txBody>
          <a:bodyPr/>
          <a:lstStyle/>
          <a:p>
            <a:pPr>
              <a:defRPr/>
            </a:pPr>
            <a:fld id="{38214B0F-1B5D-0C01-705F-6DDC08F2870E}" type="slidenum">
              <a:rPr/>
              <a:t/>
            </a:fld>
            <a:endParaRPr/>
          </a:p>
        </p:txBody>
      </p:sp>
    </p:spTree>
  </p:cSld>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9267802" name="Slide Image Placeholder 1"/>
          <p:cNvSpPr>
            <a:spLocks noChangeAspect="1" noGrp="1" noRot="1"/>
          </p:cNvSpPr>
          <p:nvPr>
            <p:ph type="sldImg"/>
          </p:nvPr>
        </p:nvSpPr>
        <p:spPr bwMode="auto"/>
      </p:sp>
      <p:sp>
        <p:nvSpPr>
          <p:cNvPr id="328666371" name="Notes Placeholder 2"/>
          <p:cNvSpPr>
            <a:spLocks noGrp="1"/>
          </p:cNvSpPr>
          <p:nvPr>
            <p:ph type="body" idx="1"/>
          </p:nvPr>
        </p:nvSpPr>
        <p:spPr bwMode="auto"/>
        <p:txBody>
          <a:bodyPr/>
          <a:lstStyle/>
          <a:p>
            <a:pPr>
              <a:defRPr/>
            </a:pPr>
            <a:endParaRPr/>
          </a:p>
        </p:txBody>
      </p:sp>
      <p:sp>
        <p:nvSpPr>
          <p:cNvPr id="896575904" name="Slide Number Placeholder 3"/>
          <p:cNvSpPr>
            <a:spLocks noGrp="1"/>
          </p:cNvSpPr>
          <p:nvPr>
            <p:ph type="sldNum" sz="quarter" idx="10"/>
          </p:nvPr>
        </p:nvSpPr>
        <p:spPr bwMode="auto"/>
        <p:txBody>
          <a:bodyPr/>
          <a:lstStyle/>
          <a:p>
            <a:pPr>
              <a:defRPr/>
            </a:pPr>
            <a:fld id="{45BF9877-FCFA-C730-29EB-E3B4EE438D54}" type="slidenum">
              <a:rPr/>
              <a:t/>
            </a:fld>
            <a:endParaRPr/>
          </a:p>
        </p:txBody>
      </p:sp>
    </p:spTree>
  </p:cSld>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F662F4-5F1D-1A99-227B-AF73BE0E65A4}" type="slidenum">
              <a:rPr/>
              <a:t/>
            </a:fld>
            <a:endParaRPr/>
          </a:p>
        </p:txBody>
      </p:sp>
    </p:spTree>
  </p:cSld>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3665153" name="Slide Image Placeholder 1"/>
          <p:cNvSpPr>
            <a:spLocks noChangeAspect="1" noGrp="1" noRot="1"/>
          </p:cNvSpPr>
          <p:nvPr>
            <p:ph type="sldImg"/>
          </p:nvPr>
        </p:nvSpPr>
        <p:spPr bwMode="auto"/>
      </p:sp>
      <p:sp>
        <p:nvSpPr>
          <p:cNvPr id="369813568" name="Notes Placeholder 2"/>
          <p:cNvSpPr>
            <a:spLocks noGrp="1"/>
          </p:cNvSpPr>
          <p:nvPr>
            <p:ph type="body" idx="1"/>
          </p:nvPr>
        </p:nvSpPr>
        <p:spPr bwMode="auto"/>
        <p:txBody>
          <a:bodyPr/>
          <a:lstStyle/>
          <a:p>
            <a:pPr>
              <a:defRPr/>
            </a:pPr>
            <a:endParaRPr/>
          </a:p>
        </p:txBody>
      </p:sp>
      <p:sp>
        <p:nvSpPr>
          <p:cNvPr id="2029285247" name="Slide Number Placeholder 3"/>
          <p:cNvSpPr>
            <a:spLocks noGrp="1"/>
          </p:cNvSpPr>
          <p:nvPr>
            <p:ph type="sldNum" sz="quarter" idx="10"/>
          </p:nvPr>
        </p:nvSpPr>
        <p:spPr bwMode="auto"/>
        <p:txBody>
          <a:bodyPr/>
          <a:lstStyle/>
          <a:p>
            <a:pPr>
              <a:defRPr/>
            </a:pPr>
            <a:fld id="{D8AB8D13-0241-2328-0928-8FD7782A82CF}" type="slidenum">
              <a:rPr/>
              <a:t/>
            </a:fld>
            <a:endParaRPr/>
          </a:p>
        </p:txBody>
      </p:sp>
    </p:spTree>
  </p:cSld>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824675D-F323-1059-07E7-E0ACF24F8001}" type="slidenum">
              <a:rPr/>
              <a:t/>
            </a:fld>
            <a:endParaRPr/>
          </a:p>
        </p:txBody>
      </p:sp>
    </p:spTree>
  </p:cSld>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3971B4-5D06-541C-AD15-0D6B35780EB3}" type="slidenum">
              <a:rPr/>
              <a:t/>
            </a:fld>
            <a:endParaRPr/>
          </a:p>
        </p:txBody>
      </p:sp>
    </p:spTree>
  </p:cSld>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2812766" name="Slide Image Placeholder 1"/>
          <p:cNvSpPr>
            <a:spLocks noChangeAspect="1" noGrp="1" noRot="1"/>
          </p:cNvSpPr>
          <p:nvPr>
            <p:ph type="sldImg"/>
          </p:nvPr>
        </p:nvSpPr>
        <p:spPr bwMode="auto"/>
      </p:sp>
      <p:sp>
        <p:nvSpPr>
          <p:cNvPr id="502645931" name="Notes Placeholder 2"/>
          <p:cNvSpPr>
            <a:spLocks noGrp="1"/>
          </p:cNvSpPr>
          <p:nvPr>
            <p:ph type="body" idx="1"/>
          </p:nvPr>
        </p:nvSpPr>
        <p:spPr bwMode="auto"/>
        <p:txBody>
          <a:bodyPr/>
          <a:lstStyle/>
          <a:p>
            <a:pPr>
              <a:defRPr/>
            </a:pPr>
            <a:endParaRPr/>
          </a:p>
        </p:txBody>
      </p:sp>
      <p:sp>
        <p:nvSpPr>
          <p:cNvPr id="1521567577" name="Slide Number Placeholder 3"/>
          <p:cNvSpPr>
            <a:spLocks noGrp="1"/>
          </p:cNvSpPr>
          <p:nvPr>
            <p:ph type="sldNum" sz="quarter" idx="10"/>
          </p:nvPr>
        </p:nvSpPr>
        <p:spPr bwMode="auto"/>
        <p:txBody>
          <a:bodyPr/>
          <a:lstStyle/>
          <a:p>
            <a:pPr>
              <a:defRPr/>
            </a:pPr>
            <a:fld id="{D40A8F7C-A5A9-BE77-5434-06712933D266}" type="slidenum">
              <a:rPr/>
              <a:t/>
            </a:fld>
            <a:endParaRPr/>
          </a:p>
        </p:txBody>
      </p:sp>
    </p:spTree>
  </p:cSld>
</p:notes>
</file>

<file path=ppt/notesSlides/notesSlide10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7BFD82C-A700-165C-5BA1-9E305CC945CA}" type="slidenum">
              <a:rPr/>
              <a:t/>
            </a:fld>
            <a:endParaRPr/>
          </a:p>
        </p:txBody>
      </p:sp>
    </p:spTree>
  </p:cSld>
</p:notes>
</file>

<file path=ppt/notesSlides/notesSlide1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0857734" name="Slide Image Placeholder 1"/>
          <p:cNvSpPr>
            <a:spLocks noChangeAspect="1" noGrp="1" noRot="1"/>
          </p:cNvSpPr>
          <p:nvPr>
            <p:ph type="sldImg"/>
          </p:nvPr>
        </p:nvSpPr>
        <p:spPr bwMode="auto"/>
      </p:sp>
      <p:sp>
        <p:nvSpPr>
          <p:cNvPr id="457750683" name="Notes Placeholder 2"/>
          <p:cNvSpPr>
            <a:spLocks noGrp="1"/>
          </p:cNvSpPr>
          <p:nvPr>
            <p:ph type="body" idx="1"/>
          </p:nvPr>
        </p:nvSpPr>
        <p:spPr bwMode="auto"/>
        <p:txBody>
          <a:bodyPr/>
          <a:lstStyle/>
          <a:p>
            <a:pPr>
              <a:defRPr/>
            </a:pPr>
            <a:endParaRPr/>
          </a:p>
        </p:txBody>
      </p:sp>
      <p:sp>
        <p:nvSpPr>
          <p:cNvPr id="905251405" name="Slide Number Placeholder 3"/>
          <p:cNvSpPr>
            <a:spLocks noGrp="1"/>
          </p:cNvSpPr>
          <p:nvPr>
            <p:ph type="sldNum" sz="quarter" idx="10"/>
          </p:nvPr>
        </p:nvSpPr>
        <p:spPr bwMode="auto"/>
        <p:txBody>
          <a:bodyPr/>
          <a:lstStyle/>
          <a:p>
            <a:pPr>
              <a:defRPr/>
            </a:pPr>
            <a:fld id="{90C10B61-3B09-E76C-DC3D-34CF24C540C0}" type="slidenum">
              <a:rPr/>
              <a:t/>
            </a:fld>
            <a:endParaRPr/>
          </a:p>
        </p:txBody>
      </p:sp>
    </p:spTree>
  </p:cSld>
</p:notes>
</file>

<file path=ppt/notesSlides/notesSlide1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FC0B6D5-AFBE-6AB4-CCB7-8536BF2125FD}" type="slidenum">
              <a:rPr/>
              <a:t/>
            </a:fld>
            <a:endParaRPr/>
          </a:p>
        </p:txBody>
      </p:sp>
    </p:spTree>
  </p:cSld>
</p:notes>
</file>

<file path=ppt/notesSlides/notesSlide1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31A258-8F1C-AF46-C2C7-21901EE9B7CD}" type="slidenum">
              <a:rPr/>
              <a:t/>
            </a:fld>
            <a:endParaRPr/>
          </a:p>
        </p:txBody>
      </p:sp>
    </p:spTree>
  </p:cSld>
</p:notes>
</file>

<file path=ppt/notesSlides/notesSlide1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6145C9-3AFA-3EB6-98DB-D1C1C19F7382}" type="slidenum">
              <a:rPr/>
              <a:t/>
            </a:fld>
            <a:endParaRPr/>
          </a:p>
        </p:txBody>
      </p:sp>
    </p:spTree>
  </p:cSld>
</p:notes>
</file>

<file path=ppt/notesSlides/notesSlide1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0287446" name="Slide Image Placeholder 1"/>
          <p:cNvSpPr>
            <a:spLocks noChangeAspect="1" noGrp="1" noRot="1"/>
          </p:cNvSpPr>
          <p:nvPr>
            <p:ph type="sldImg"/>
          </p:nvPr>
        </p:nvSpPr>
        <p:spPr bwMode="auto"/>
      </p:sp>
      <p:sp>
        <p:nvSpPr>
          <p:cNvPr id="1297862832" name="Notes Placeholder 2"/>
          <p:cNvSpPr>
            <a:spLocks noGrp="1"/>
          </p:cNvSpPr>
          <p:nvPr>
            <p:ph type="body" idx="1"/>
          </p:nvPr>
        </p:nvSpPr>
        <p:spPr bwMode="auto"/>
        <p:txBody>
          <a:bodyPr/>
          <a:lstStyle/>
          <a:p>
            <a:pPr>
              <a:defRPr/>
            </a:pPr>
            <a:endParaRPr/>
          </a:p>
        </p:txBody>
      </p:sp>
      <p:sp>
        <p:nvSpPr>
          <p:cNvPr id="31405389" name="Slide Number Placeholder 3"/>
          <p:cNvSpPr>
            <a:spLocks noGrp="1"/>
          </p:cNvSpPr>
          <p:nvPr>
            <p:ph type="sldNum" sz="quarter" idx="10"/>
          </p:nvPr>
        </p:nvSpPr>
        <p:spPr bwMode="auto"/>
        <p:txBody>
          <a:bodyPr/>
          <a:lstStyle/>
          <a:p>
            <a:pPr>
              <a:defRPr/>
            </a:pPr>
            <a:fld id="{CF5928EF-A75E-4F32-3C5E-78E3EA6D0CBF}" type="slidenum">
              <a:rPr/>
              <a:t/>
            </a:fld>
            <a:endParaRPr/>
          </a:p>
        </p:txBody>
      </p:sp>
    </p:spTree>
  </p:cSld>
</p:notes>
</file>

<file path=ppt/notesSlides/notesSlide1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FD37423-E45F-B545-2ADC-32D612EDA436}" type="slidenum">
              <a:rPr/>
              <a:t/>
            </a:fld>
            <a:endParaRPr/>
          </a:p>
        </p:txBody>
      </p:sp>
    </p:spTree>
  </p:cSld>
</p:notes>
</file>

<file path=ppt/notesSlides/notesSlide1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68003E-11F3-F571-EEC4-421B08FAC7E6}" type="slidenum">
              <a:rPr/>
              <a:t/>
            </a:fld>
            <a:endParaRPr/>
          </a:p>
        </p:txBody>
      </p:sp>
    </p:spTree>
  </p:cSld>
</p:notes>
</file>

<file path=ppt/notesSlides/notesSlide1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BC3931-7867-2162-AC35-CA034AFA0BD3}" type="slidenum">
              <a:rPr/>
              <a:t/>
            </a:fld>
            <a:endParaRPr/>
          </a:p>
        </p:txBody>
      </p:sp>
    </p:spTree>
  </p:cSld>
</p:notes>
</file>

<file path=ppt/notesSlides/notesSlide1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F187615-8CC6-6C04-265A-E459719E9C7D}" type="slidenum">
              <a:rPr/>
              <a:t/>
            </a:fld>
            <a:endParaRPr/>
          </a:p>
        </p:txBody>
      </p:sp>
    </p:spTree>
  </p:cSld>
</p:notes>
</file>

<file path=ppt/notesSlides/notesSlide1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660FA20-00D7-7F46-0E8C-17ED4CEA6DB6}" type="slidenum">
              <a:rPr/>
              <a:t/>
            </a:fld>
            <a:endParaRPr/>
          </a:p>
        </p:txBody>
      </p:sp>
    </p:spTree>
  </p:cSld>
</p:notes>
</file>

<file path=ppt/notesSlides/notesSlide1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8968621" name="Slide Image Placeholder 1"/>
          <p:cNvSpPr>
            <a:spLocks noChangeAspect="1" noGrp="1" noRot="1"/>
          </p:cNvSpPr>
          <p:nvPr>
            <p:ph type="sldImg"/>
          </p:nvPr>
        </p:nvSpPr>
        <p:spPr bwMode="auto"/>
      </p:sp>
      <p:sp>
        <p:nvSpPr>
          <p:cNvPr id="1467235139" name="Notes Placeholder 2"/>
          <p:cNvSpPr>
            <a:spLocks noGrp="1"/>
          </p:cNvSpPr>
          <p:nvPr>
            <p:ph type="body" idx="1"/>
          </p:nvPr>
        </p:nvSpPr>
        <p:spPr bwMode="auto"/>
        <p:txBody>
          <a:bodyPr/>
          <a:lstStyle/>
          <a:p>
            <a:pPr>
              <a:defRPr/>
            </a:pPr>
            <a:endParaRPr/>
          </a:p>
        </p:txBody>
      </p:sp>
      <p:sp>
        <p:nvSpPr>
          <p:cNvPr id="212710644" name="Slide Number Placeholder 3"/>
          <p:cNvSpPr>
            <a:spLocks noGrp="1"/>
          </p:cNvSpPr>
          <p:nvPr>
            <p:ph type="sldNum" sz="quarter" idx="10"/>
          </p:nvPr>
        </p:nvSpPr>
        <p:spPr bwMode="auto"/>
        <p:txBody>
          <a:bodyPr/>
          <a:lstStyle/>
          <a:p>
            <a:pPr>
              <a:defRPr/>
            </a:pPr>
            <a:fld id="{F1E12356-C11A-626A-DA1C-9B054C1800CE}" type="slidenum">
              <a:rPr/>
              <a:t/>
            </a:fld>
            <a:endParaRPr/>
          </a:p>
        </p:txBody>
      </p:sp>
    </p:spTree>
  </p:cSld>
</p:notes>
</file>

<file path=ppt/notesSlides/notesSlide1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127D0D-80C7-28CD-1FB2-E40023B78873}" type="slidenum">
              <a:rPr/>
              <a:t/>
            </a:fld>
            <a:endParaRPr/>
          </a:p>
        </p:txBody>
      </p:sp>
    </p:spTree>
  </p:cSld>
</p:notes>
</file>

<file path=ppt/notesSlides/notesSlide1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0218287" name="Slide Image Placeholder 1"/>
          <p:cNvSpPr>
            <a:spLocks noChangeAspect="1" noGrp="1" noRot="1"/>
          </p:cNvSpPr>
          <p:nvPr>
            <p:ph type="sldImg"/>
          </p:nvPr>
        </p:nvSpPr>
        <p:spPr bwMode="auto"/>
      </p:sp>
      <p:sp>
        <p:nvSpPr>
          <p:cNvPr id="1763709629" name="Notes Placeholder 2"/>
          <p:cNvSpPr>
            <a:spLocks noGrp="1"/>
          </p:cNvSpPr>
          <p:nvPr>
            <p:ph type="body" idx="1"/>
          </p:nvPr>
        </p:nvSpPr>
        <p:spPr bwMode="auto"/>
        <p:txBody>
          <a:bodyPr/>
          <a:lstStyle/>
          <a:p>
            <a:pPr>
              <a:defRPr/>
            </a:pPr>
            <a:endParaRPr/>
          </a:p>
        </p:txBody>
      </p:sp>
      <p:sp>
        <p:nvSpPr>
          <p:cNvPr id="1565802927" name="Slide Number Placeholder 3"/>
          <p:cNvSpPr>
            <a:spLocks noGrp="1"/>
          </p:cNvSpPr>
          <p:nvPr>
            <p:ph type="sldNum" sz="quarter" idx="10"/>
          </p:nvPr>
        </p:nvSpPr>
        <p:spPr bwMode="auto"/>
        <p:txBody>
          <a:bodyPr/>
          <a:lstStyle/>
          <a:p>
            <a:pPr>
              <a:defRPr/>
            </a:pPr>
            <a:fld id="{1C71D145-4C7A-4408-4C98-62721BAB86DC}" type="slidenum">
              <a:rPr/>
              <a:t/>
            </a:fld>
            <a:endParaRPr/>
          </a:p>
        </p:txBody>
      </p:sp>
    </p:spTree>
  </p:cSld>
</p:notes>
</file>

<file path=ppt/notesSlides/notesSlide1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9F8CC7C-1A79-3901-FAED-17363597CEF4}" type="slidenum">
              <a:rPr/>
              <a:t/>
            </a:fld>
            <a:endParaRPr/>
          </a:p>
        </p:txBody>
      </p:sp>
    </p:spTree>
  </p:cSld>
</p:notes>
</file>

<file path=ppt/notesSlides/notesSlide1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F8ECD6-EA6F-10BD-520E-D0A230439432}" type="slidenum">
              <a:rPr/>
              <a:t/>
            </a:fld>
            <a:endParaRPr/>
          </a:p>
        </p:txBody>
      </p:sp>
    </p:spTree>
  </p:cSld>
</p:notes>
</file>

<file path=ppt/notesSlides/notesSlide1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E01D08D-4C86-EECE-E8DC-30DAF7B83AA9}" type="slidenum">
              <a:rPr/>
              <a:t/>
            </a:fld>
            <a:endParaRPr/>
          </a:p>
        </p:txBody>
      </p:sp>
    </p:spTree>
  </p:cSld>
</p:notes>
</file>

<file path=ppt/notesSlides/notesSlide1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5674683" name="Slide Image Placeholder 1"/>
          <p:cNvSpPr>
            <a:spLocks noChangeAspect="1" noGrp="1" noRot="1"/>
          </p:cNvSpPr>
          <p:nvPr>
            <p:ph type="sldImg"/>
          </p:nvPr>
        </p:nvSpPr>
        <p:spPr bwMode="auto"/>
      </p:sp>
      <p:sp>
        <p:nvSpPr>
          <p:cNvPr id="1097910429" name="Notes Placeholder 2"/>
          <p:cNvSpPr>
            <a:spLocks noGrp="1"/>
          </p:cNvSpPr>
          <p:nvPr>
            <p:ph type="body" idx="1"/>
          </p:nvPr>
        </p:nvSpPr>
        <p:spPr bwMode="auto"/>
        <p:txBody>
          <a:bodyPr/>
          <a:lstStyle/>
          <a:p>
            <a:pPr>
              <a:defRPr/>
            </a:pPr>
            <a:endParaRPr/>
          </a:p>
        </p:txBody>
      </p:sp>
      <p:sp>
        <p:nvSpPr>
          <p:cNvPr id="147835361" name="Slide Number Placeholder 3"/>
          <p:cNvSpPr>
            <a:spLocks noGrp="1"/>
          </p:cNvSpPr>
          <p:nvPr>
            <p:ph type="sldNum" sz="quarter" idx="10"/>
          </p:nvPr>
        </p:nvSpPr>
        <p:spPr bwMode="auto"/>
        <p:txBody>
          <a:bodyPr/>
          <a:lstStyle/>
          <a:p>
            <a:pPr>
              <a:defRPr/>
            </a:pPr>
            <a:fld id="{CAD2951B-079C-146F-4FD5-1F92DE6F83EA}" type="slidenum">
              <a:rPr/>
              <a:t/>
            </a:fld>
            <a:endParaRPr/>
          </a:p>
        </p:txBody>
      </p:sp>
    </p:spTree>
  </p:cSld>
</p:notes>
</file>

<file path=ppt/notesSlides/notesSlide1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B8754B6-A49B-5555-5DF4-D1CB688C10CA}" type="slidenum">
              <a:rPr/>
              <a:t/>
            </a:fld>
            <a:endParaRPr/>
          </a:p>
        </p:txBody>
      </p:sp>
    </p:spTree>
  </p:cSld>
</p:notes>
</file>

<file path=ppt/notesSlides/notesSlide1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DE54E0-FCC4-FE7A-DB91-15003EB03841}" type="slidenum">
              <a:rPr/>
              <a:t/>
            </a:fld>
            <a:endParaRPr/>
          </a:p>
        </p:txBody>
      </p:sp>
    </p:spTree>
  </p:cSld>
</p:notes>
</file>

<file path=ppt/notesSlides/notesSlide1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1070042" name="Slide Image Placeholder 1"/>
          <p:cNvSpPr>
            <a:spLocks noChangeAspect="1" noGrp="1" noRot="1"/>
          </p:cNvSpPr>
          <p:nvPr>
            <p:ph type="sldImg"/>
          </p:nvPr>
        </p:nvSpPr>
        <p:spPr bwMode="auto"/>
      </p:sp>
      <p:sp>
        <p:nvSpPr>
          <p:cNvPr id="13482295" name="Notes Placeholder 2"/>
          <p:cNvSpPr>
            <a:spLocks noGrp="1"/>
          </p:cNvSpPr>
          <p:nvPr>
            <p:ph type="body" idx="1"/>
          </p:nvPr>
        </p:nvSpPr>
        <p:spPr bwMode="auto"/>
        <p:txBody>
          <a:bodyPr/>
          <a:lstStyle/>
          <a:p>
            <a:pPr>
              <a:defRPr/>
            </a:pPr>
            <a:endParaRPr/>
          </a:p>
        </p:txBody>
      </p:sp>
      <p:sp>
        <p:nvSpPr>
          <p:cNvPr id="743256367" name="Slide Number Placeholder 3"/>
          <p:cNvSpPr>
            <a:spLocks noGrp="1"/>
          </p:cNvSpPr>
          <p:nvPr>
            <p:ph type="sldNum" sz="quarter" idx="10"/>
          </p:nvPr>
        </p:nvSpPr>
        <p:spPr bwMode="auto"/>
        <p:txBody>
          <a:bodyPr/>
          <a:lstStyle/>
          <a:p>
            <a:pPr>
              <a:defRPr/>
            </a:pPr>
            <a:fld id="{662BDB84-F5ED-BC3F-BD65-C3C46BAF91B2}" type="slidenum">
              <a:rPr/>
              <a:t/>
            </a:fld>
            <a:endParaRPr/>
          </a:p>
        </p:txBody>
      </p:sp>
    </p:spTree>
  </p:cSld>
</p:notes>
</file>

<file path=ppt/notesSlides/notesSlide1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648684F-C354-0708-7C85-A67F4D299C57}" type="slidenum">
              <a:rPr/>
              <a:t/>
            </a:fld>
            <a:endParaRPr/>
          </a:p>
        </p:txBody>
      </p:sp>
    </p:spTree>
  </p:cSld>
</p:notes>
</file>

<file path=ppt/notesSlides/notesSlide1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F87E06C-F43B-1785-84F6-8E43732CAD34}" type="slidenum">
              <a:rPr/>
              <a:t/>
            </a:fld>
            <a:endParaRPr/>
          </a:p>
        </p:txBody>
      </p:sp>
    </p:spTree>
  </p:cSld>
</p:notes>
</file>

<file path=ppt/notesSlides/notesSlide1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037D92-D884-69C6-4D27-878FDBE34912}" type="slidenum">
              <a:rPr/>
              <a:t/>
            </a:fld>
            <a:endParaRPr/>
          </a:p>
        </p:txBody>
      </p:sp>
    </p:spTree>
  </p:cSld>
</p:notes>
</file>

<file path=ppt/notesSlides/notesSlide1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0F17732-A766-FA47-DBA9-7A7FCF23307B}"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sp>
        <p:nvSpPr>
          <p:cNvPr id="2" name="Titre 1"/>
          <p:cNvSpPr>
            <a:spLocks noGrp="1"/>
          </p:cNvSpPr>
          <p:nvPr>
            <p:ph type="ctrTitle"/>
          </p:nvPr>
        </p:nvSpPr>
        <p:spPr bwMode="auto">
          <a:xfrm>
            <a:off x="1524000" y="1122363"/>
            <a:ext cx="9144000" cy="2387600"/>
          </a:xfrm>
        </p:spPr>
        <p:txBody>
          <a:bodyPr anchor="b"/>
          <a:lstStyle>
            <a:lvl1pPr algn="ctr">
              <a:defRPr sz="6000"/>
            </a:lvl1pPr>
          </a:lstStyle>
          <a:p>
            <a:pPr>
              <a:defRPr/>
            </a:pPr>
            <a:r>
              <a:rPr lang="fr-FR"/>
              <a:t>Modifiez le style du titre</a:t>
            </a:r>
            <a:endParaRPr lang="fr-FR"/>
          </a:p>
        </p:txBody>
      </p:sp>
      <p:sp>
        <p:nvSpPr>
          <p:cNvPr id="3" name="Sous-titr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a:t>Loïc Desgeorges</a:t>
            </a:r>
            <a:endParaRPr/>
          </a:p>
          <a:p>
            <a:pPr>
              <a:defRPr/>
            </a:pPr>
            <a:r>
              <a:rPr/>
              <a:t>Université Claude Bernard Lyon 1</a:t>
            </a:r>
            <a:endParaRPr/>
          </a:p>
          <a:p>
            <a:pPr>
              <a:defRPr/>
            </a:pPr>
            <a:r>
              <a:rPr/>
              <a:t>loic.desgeorges@univ-lyon1.fr</a:t>
            </a:r>
            <a:endParaRPr/>
          </a:p>
        </p:txBody>
      </p:sp>
      <p:sp>
        <p:nvSpPr>
          <p:cNvPr id="4" name="Espace réservé de la date 3"/>
          <p:cNvSpPr>
            <a:spLocks noGrp="1"/>
          </p:cNvSpPr>
          <p:nvPr>
            <p:ph type="dt" sz="half" idx="10"/>
          </p:nvPr>
        </p:nvSpPr>
        <p:spPr bwMode="auto"/>
        <p:txBody>
          <a:bodyPr/>
          <a:lstStyle/>
          <a:p>
            <a:pPr>
              <a:defRPr/>
            </a:pPr>
            <a:fld id="{B4D22B4E-C269-277E-495F-EA198F3A0023}" type="datetime1">
              <a:rPr lang="fr-FR"/>
              <a:t>01/09/2025</a:t>
            </a:fld>
            <a:endParaRPr/>
          </a:p>
        </p:txBody>
      </p:sp>
      <p:sp>
        <p:nvSpPr>
          <p:cNvPr id="5" name="Espace réservé du pied de page 4"/>
          <p:cNvSpPr>
            <a:spLocks noGrp="1"/>
          </p:cNvSpPr>
          <p:nvPr>
            <p:ph type="ftr" sz="quarter" idx="11"/>
          </p:nvPr>
        </p:nvSpPr>
        <p:spPr bwMode="auto"/>
        <p:txBody>
          <a:bodyPr/>
          <a:lstStyle/>
          <a:p>
            <a:pPr>
              <a:defRPr/>
            </a:pPr>
            <a:r>
              <a:rPr/>
              <a:t>CM | LD</a:t>
            </a:r>
            <a:endParaRPr/>
          </a:p>
        </p:txBody>
      </p:sp>
      <p:sp>
        <p:nvSpPr>
          <p:cNvPr id="6" name="Espace réservé du numéro de diapositive 5"/>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re et contenu">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lang="fr-FR"/>
          </a:p>
        </p:txBody>
      </p:sp>
      <p:sp>
        <p:nvSpPr>
          <p:cNvPr id="3"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e la date 3"/>
          <p:cNvSpPr>
            <a:spLocks noGrp="1"/>
          </p:cNvSpPr>
          <p:nvPr>
            <p:ph type="dt" sz="half" idx="10"/>
          </p:nvPr>
        </p:nvSpPr>
        <p:spPr bwMode="auto"/>
        <p:txBody>
          <a:bodyPr/>
          <a:lstStyle/>
          <a:p>
            <a:pPr>
              <a:defRPr/>
            </a:pPr>
            <a:fld id="{51F31500-673E-C58D-A24F-8A3B9B602C12}" type="datetime1">
              <a:rPr lang="fr-FR"/>
              <a:t>01/09/2025</a:t>
            </a:fld>
            <a:endParaRPr/>
          </a:p>
        </p:txBody>
      </p:sp>
      <p:sp>
        <p:nvSpPr>
          <p:cNvPr id="5" name="Espace réservé du pied de page 4"/>
          <p:cNvSpPr>
            <a:spLocks noGrp="1"/>
          </p:cNvSpPr>
          <p:nvPr>
            <p:ph type="ftr" sz="quarter" idx="11"/>
          </p:nvPr>
        </p:nvSpPr>
        <p:spPr bwMode="auto"/>
        <p:txBody>
          <a:bodyPr/>
          <a:lstStyle/>
          <a:p>
            <a:pPr>
              <a:defRPr/>
            </a:pPr>
            <a:r>
              <a:rPr/>
              <a:t>CM | LD</a:t>
            </a:r>
            <a:endParaRPr/>
          </a:p>
        </p:txBody>
      </p:sp>
      <p:sp>
        <p:nvSpPr>
          <p:cNvPr id="6" name="Espace réservé du numéro de diapositive 5"/>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Titre de section">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1850" y="1709738"/>
            <a:ext cx="10515600" cy="2852737"/>
          </a:xfrm>
        </p:spPr>
        <p:txBody>
          <a:bodyPr anchor="b"/>
          <a:lstStyle>
            <a:lvl1pPr>
              <a:defRPr sz="6000"/>
            </a:lvl1pPr>
          </a:lstStyle>
          <a:p>
            <a:pPr>
              <a:defRPr/>
            </a:pPr>
            <a:r>
              <a:rPr lang="fr-FR"/>
              <a:t>Modifiez le style du titre</a:t>
            </a:r>
            <a:endParaRPr lang="fr-FR"/>
          </a:p>
        </p:txBody>
      </p:sp>
      <p:sp>
        <p:nvSpPr>
          <p:cNvPr id="3" name="Espace réservé du texte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fr-FR"/>
              <a:t>Modifiez les styles du texte du masque</a:t>
            </a:r>
            <a:endParaRPr/>
          </a:p>
        </p:txBody>
      </p:sp>
      <p:sp>
        <p:nvSpPr>
          <p:cNvPr id="4" name="Espace réservé de la date 3"/>
          <p:cNvSpPr>
            <a:spLocks noGrp="1"/>
          </p:cNvSpPr>
          <p:nvPr>
            <p:ph type="dt" sz="half" idx="10"/>
          </p:nvPr>
        </p:nvSpPr>
        <p:spPr bwMode="auto"/>
        <p:txBody>
          <a:bodyPr/>
          <a:lstStyle/>
          <a:p>
            <a:pPr>
              <a:defRPr/>
            </a:pPr>
            <a:fld id="{80745980-14A9-F22B-4700-93764E53E684}" type="datetime1">
              <a:rPr lang="fr-FR"/>
              <a:t>01/09/2025</a:t>
            </a:fld>
            <a:endParaRPr/>
          </a:p>
        </p:txBody>
      </p:sp>
      <p:sp>
        <p:nvSpPr>
          <p:cNvPr id="5" name="Espace réservé du pied de page 4"/>
          <p:cNvSpPr>
            <a:spLocks noGrp="1"/>
          </p:cNvSpPr>
          <p:nvPr>
            <p:ph type="ftr" sz="quarter" idx="11"/>
          </p:nvPr>
        </p:nvSpPr>
        <p:spPr bwMode="auto"/>
        <p:txBody>
          <a:bodyPr/>
          <a:lstStyle/>
          <a:p>
            <a:pPr>
              <a:defRPr/>
            </a:pPr>
            <a:r>
              <a:rPr/>
              <a:t>CM | LD</a:t>
            </a:r>
            <a:endParaRPr/>
          </a:p>
        </p:txBody>
      </p:sp>
      <p:sp>
        <p:nvSpPr>
          <p:cNvPr id="6" name="Espace réservé du numéro de diapositive 5"/>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eux contenus">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lang="fr-FR"/>
          </a:p>
        </p:txBody>
      </p:sp>
      <p:sp>
        <p:nvSpPr>
          <p:cNvPr id="3" name="Espace réservé du contenu 2"/>
          <p:cNvSpPr>
            <a:spLocks noGrp="1"/>
          </p:cNvSpPr>
          <p:nvPr>
            <p:ph sz="half" idx="1"/>
          </p:nvPr>
        </p:nvSpPr>
        <p:spPr bwMode="auto">
          <a:xfrm>
            <a:off x="838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u contenu 3"/>
          <p:cNvSpPr>
            <a:spLocks noGrp="1"/>
          </p:cNvSpPr>
          <p:nvPr>
            <p:ph sz="half" idx="2"/>
          </p:nvPr>
        </p:nvSpPr>
        <p:spPr bwMode="auto">
          <a:xfrm>
            <a:off x="6172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5" name="Espace réservé de la date 4"/>
          <p:cNvSpPr>
            <a:spLocks noGrp="1"/>
          </p:cNvSpPr>
          <p:nvPr>
            <p:ph type="dt" sz="half" idx="10"/>
          </p:nvPr>
        </p:nvSpPr>
        <p:spPr bwMode="auto"/>
        <p:txBody>
          <a:bodyPr/>
          <a:lstStyle/>
          <a:p>
            <a:pPr>
              <a:defRPr/>
            </a:pPr>
            <a:fld id="{BCF199DE-9788-4F00-2B0F-87D35C91B0C1}" type="datetime1">
              <a:rPr lang="fr-FR"/>
              <a:t>01/09/2025</a:t>
            </a:fld>
            <a:endParaRPr/>
          </a:p>
        </p:txBody>
      </p:sp>
      <p:sp>
        <p:nvSpPr>
          <p:cNvPr id="6" name="Espace réservé du pied de page 5"/>
          <p:cNvSpPr>
            <a:spLocks noGrp="1"/>
          </p:cNvSpPr>
          <p:nvPr>
            <p:ph type="ftr" sz="quarter" idx="11"/>
          </p:nvPr>
        </p:nvSpPr>
        <p:spPr bwMode="auto"/>
        <p:txBody>
          <a:bodyPr/>
          <a:lstStyle/>
          <a:p>
            <a:pPr>
              <a:defRPr/>
            </a:pPr>
            <a:r>
              <a:rPr/>
              <a:t>CM | LD</a:t>
            </a:r>
            <a:endParaRPr/>
          </a:p>
        </p:txBody>
      </p:sp>
      <p:sp>
        <p:nvSpPr>
          <p:cNvPr id="7" name="Espace réservé du numéro de diapositive 6"/>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365125"/>
            <a:ext cx="10515600" cy="1325563"/>
          </a:xfrm>
        </p:spPr>
        <p:txBody>
          <a:bodyPr/>
          <a:lstStyle/>
          <a:p>
            <a:pPr>
              <a:defRPr/>
            </a:pPr>
            <a:r>
              <a:rPr lang="fr-FR"/>
              <a:t>Modifiez le style du titre</a:t>
            </a:r>
            <a:endParaRPr lang="fr-FR"/>
          </a:p>
        </p:txBody>
      </p:sp>
      <p:sp>
        <p:nvSpPr>
          <p:cNvPr id="3"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4" name="Espace réservé du contenu 3"/>
          <p:cNvSpPr>
            <a:spLocks noGrp="1"/>
          </p:cNvSpPr>
          <p:nvPr>
            <p:ph sz="half" idx="2"/>
          </p:nvPr>
        </p:nvSpPr>
        <p:spPr bwMode="auto">
          <a:xfrm>
            <a:off x="839788" y="2505074"/>
            <a:ext cx="5157787"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5"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6" name="Espace réservé du contenu 5"/>
          <p:cNvSpPr>
            <a:spLocks noGrp="1"/>
          </p:cNvSpPr>
          <p:nvPr>
            <p:ph sz="quarter" idx="4"/>
          </p:nvPr>
        </p:nvSpPr>
        <p:spPr bwMode="auto">
          <a:xfrm>
            <a:off x="6172200" y="2505074"/>
            <a:ext cx="5183188"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7" name="Espace réservé de la date 6"/>
          <p:cNvSpPr>
            <a:spLocks noGrp="1"/>
          </p:cNvSpPr>
          <p:nvPr>
            <p:ph type="dt" sz="half" idx="10"/>
          </p:nvPr>
        </p:nvSpPr>
        <p:spPr bwMode="auto"/>
        <p:txBody>
          <a:bodyPr/>
          <a:lstStyle/>
          <a:p>
            <a:pPr>
              <a:defRPr/>
            </a:pPr>
            <a:fld id="{A53A4A5E-C217-94AE-E22F-3EF79DC37031}" type="datetime1">
              <a:rPr lang="fr-FR"/>
              <a:t>01/09/2025</a:t>
            </a:fld>
            <a:endParaRPr/>
          </a:p>
        </p:txBody>
      </p:sp>
      <p:sp>
        <p:nvSpPr>
          <p:cNvPr id="8" name="Espace réservé du pied de page 7"/>
          <p:cNvSpPr>
            <a:spLocks noGrp="1"/>
          </p:cNvSpPr>
          <p:nvPr>
            <p:ph type="ftr" sz="quarter" idx="11"/>
          </p:nvPr>
        </p:nvSpPr>
        <p:spPr bwMode="auto"/>
        <p:txBody>
          <a:bodyPr/>
          <a:lstStyle/>
          <a:p>
            <a:pPr>
              <a:defRPr/>
            </a:pPr>
            <a:r>
              <a:rPr/>
              <a:t>CM | LD</a:t>
            </a:r>
            <a:endParaRPr/>
          </a:p>
        </p:txBody>
      </p:sp>
      <p:sp>
        <p:nvSpPr>
          <p:cNvPr id="9" name="Espace réservé du numéro de diapositive 8"/>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re seul">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lang="fr-FR"/>
          </a:p>
        </p:txBody>
      </p:sp>
      <p:sp>
        <p:nvSpPr>
          <p:cNvPr id="3" name="Espace réservé de la date 2"/>
          <p:cNvSpPr>
            <a:spLocks noGrp="1"/>
          </p:cNvSpPr>
          <p:nvPr>
            <p:ph type="dt" sz="half" idx="10"/>
          </p:nvPr>
        </p:nvSpPr>
        <p:spPr bwMode="auto"/>
        <p:txBody>
          <a:bodyPr/>
          <a:lstStyle/>
          <a:p>
            <a:pPr>
              <a:defRPr/>
            </a:pPr>
            <a:fld id="{9A9676B8-4993-8891-90A3-9BB501A4F1DA}" type="datetime1">
              <a:rPr lang="fr-FR"/>
              <a:t>01/09/2025</a:t>
            </a:fld>
            <a:endParaRPr/>
          </a:p>
        </p:txBody>
      </p:sp>
      <p:sp>
        <p:nvSpPr>
          <p:cNvPr id="4" name="Espace réservé du pied de page 3"/>
          <p:cNvSpPr>
            <a:spLocks noGrp="1"/>
          </p:cNvSpPr>
          <p:nvPr>
            <p:ph type="ftr" sz="quarter" idx="11"/>
          </p:nvPr>
        </p:nvSpPr>
        <p:spPr bwMode="auto"/>
        <p:txBody>
          <a:bodyPr/>
          <a:lstStyle/>
          <a:p>
            <a:pPr>
              <a:defRPr/>
            </a:pPr>
            <a:r>
              <a:rPr/>
              <a:t>CM | LD</a:t>
            </a:r>
            <a:endParaRPr/>
          </a:p>
        </p:txBody>
      </p:sp>
      <p:sp>
        <p:nvSpPr>
          <p:cNvPr id="5" name="Espace réservé du numéro de diapositive 4"/>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Vide">
    <p:spTree>
      <p:nvGrpSpPr>
        <p:cNvPr id="1" name=""/>
        <p:cNvGrpSpPr/>
        <p:nvPr/>
      </p:nvGrpSpPr>
      <p:grpSpPr bwMode="auto">
        <a:xfrm>
          <a:off x="0" y="0"/>
          <a:ext cx="0" cy="0"/>
          <a:chOff x="0" y="0"/>
          <a:chExt cx="0" cy="0"/>
        </a:xfrm>
      </p:grpSpPr>
      <p:sp>
        <p:nvSpPr>
          <p:cNvPr id="2" name="Espace réservé de la date 1"/>
          <p:cNvSpPr>
            <a:spLocks noGrp="1"/>
          </p:cNvSpPr>
          <p:nvPr>
            <p:ph type="dt" sz="half" idx="10"/>
          </p:nvPr>
        </p:nvSpPr>
        <p:spPr bwMode="auto"/>
        <p:txBody>
          <a:bodyPr/>
          <a:lstStyle/>
          <a:p>
            <a:pPr>
              <a:defRPr/>
            </a:pPr>
            <a:fld id="{68CE516C-8AA4-8F34-2E1A-8C8B8182571E}" type="datetime1">
              <a:rPr lang="fr-FR"/>
              <a:t>01/09/2025</a:t>
            </a:fld>
            <a:endParaRPr/>
          </a:p>
        </p:txBody>
      </p:sp>
      <p:sp>
        <p:nvSpPr>
          <p:cNvPr id="3" name="Espace réservé du pied de page 2"/>
          <p:cNvSpPr>
            <a:spLocks noGrp="1"/>
          </p:cNvSpPr>
          <p:nvPr>
            <p:ph type="ftr" sz="quarter" idx="11"/>
          </p:nvPr>
        </p:nvSpPr>
        <p:spPr bwMode="auto"/>
        <p:txBody>
          <a:bodyPr/>
          <a:lstStyle/>
          <a:p>
            <a:pPr>
              <a:defRPr/>
            </a:pPr>
            <a:r>
              <a:rPr/>
              <a:t>CM | LD</a:t>
            </a:r>
            <a:endParaRPr/>
          </a:p>
        </p:txBody>
      </p:sp>
      <p:sp>
        <p:nvSpPr>
          <p:cNvPr id="4" name="Espace réservé du numéro de diapositive 3"/>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u avec légende">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lang="fr-FR"/>
          </a:p>
        </p:txBody>
      </p:sp>
      <p:sp>
        <p:nvSpPr>
          <p:cNvPr id="3"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5" name="Espace réservé de la date 4"/>
          <p:cNvSpPr>
            <a:spLocks noGrp="1"/>
          </p:cNvSpPr>
          <p:nvPr>
            <p:ph type="dt" sz="half" idx="10"/>
          </p:nvPr>
        </p:nvSpPr>
        <p:spPr bwMode="auto"/>
        <p:txBody>
          <a:bodyPr/>
          <a:lstStyle/>
          <a:p>
            <a:pPr>
              <a:defRPr/>
            </a:pPr>
            <a:fld id="{D973EBB8-358F-D349-D42C-75B5A06CFA6F}" type="datetime1">
              <a:rPr lang="fr-FR"/>
              <a:t>01/09/2025</a:t>
            </a:fld>
            <a:endParaRPr/>
          </a:p>
        </p:txBody>
      </p:sp>
      <p:sp>
        <p:nvSpPr>
          <p:cNvPr id="6" name="Espace réservé du pied de page 5"/>
          <p:cNvSpPr>
            <a:spLocks noGrp="1"/>
          </p:cNvSpPr>
          <p:nvPr>
            <p:ph type="ftr" sz="quarter" idx="11"/>
          </p:nvPr>
        </p:nvSpPr>
        <p:spPr bwMode="auto"/>
        <p:txBody>
          <a:bodyPr/>
          <a:lstStyle/>
          <a:p>
            <a:pPr>
              <a:defRPr/>
            </a:pPr>
            <a:r>
              <a:rPr/>
              <a:t>CM | LD</a:t>
            </a:r>
            <a:endParaRPr/>
          </a:p>
        </p:txBody>
      </p:sp>
      <p:sp>
        <p:nvSpPr>
          <p:cNvPr id="7" name="Espace réservé du numéro de diapositive 6"/>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 avec légende">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lang="fr-FR"/>
          </a:p>
        </p:txBody>
      </p:sp>
      <p:sp>
        <p:nvSpPr>
          <p:cNvPr id="3" name="Espace réservé pour une image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lang="fr-FR"/>
          </a:p>
        </p:txBody>
      </p:sp>
      <p:sp>
        <p:nvSpPr>
          <p:cNvPr id="4"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5" name="Espace réservé de la date 4"/>
          <p:cNvSpPr>
            <a:spLocks noGrp="1"/>
          </p:cNvSpPr>
          <p:nvPr>
            <p:ph type="dt" sz="half" idx="10"/>
          </p:nvPr>
        </p:nvSpPr>
        <p:spPr bwMode="auto"/>
        <p:txBody>
          <a:bodyPr/>
          <a:lstStyle/>
          <a:p>
            <a:pPr>
              <a:defRPr/>
            </a:pPr>
            <a:fld id="{6D9BA146-A839-0AD0-55D8-CFDF2443131A}" type="datetime1">
              <a:rPr lang="fr-FR"/>
              <a:t>01/09/2025</a:t>
            </a:fld>
            <a:endParaRPr/>
          </a:p>
        </p:txBody>
      </p:sp>
      <p:sp>
        <p:nvSpPr>
          <p:cNvPr id="6" name="Espace réservé du pied de page 5"/>
          <p:cNvSpPr>
            <a:spLocks noGrp="1"/>
          </p:cNvSpPr>
          <p:nvPr>
            <p:ph type="ftr" sz="quarter" idx="11"/>
          </p:nvPr>
        </p:nvSpPr>
        <p:spPr bwMode="auto"/>
        <p:txBody>
          <a:bodyPr/>
          <a:lstStyle/>
          <a:p>
            <a:pPr>
              <a:defRPr/>
            </a:pPr>
            <a:r>
              <a:rPr/>
              <a:t>CM | LD</a:t>
            </a:r>
            <a:endParaRPr/>
          </a:p>
        </p:txBody>
      </p:sp>
      <p:sp>
        <p:nvSpPr>
          <p:cNvPr id="7" name="Espace réservé du numéro de diapositive 6"/>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re et texte vertical">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lang="fr-FR"/>
          </a:p>
        </p:txBody>
      </p:sp>
      <p:sp>
        <p:nvSpPr>
          <p:cNvPr id="3"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e la date 3"/>
          <p:cNvSpPr>
            <a:spLocks noGrp="1"/>
          </p:cNvSpPr>
          <p:nvPr>
            <p:ph type="dt" sz="half" idx="10"/>
          </p:nvPr>
        </p:nvSpPr>
        <p:spPr bwMode="auto"/>
        <p:txBody>
          <a:bodyPr/>
          <a:lstStyle/>
          <a:p>
            <a:pPr>
              <a:defRPr/>
            </a:pPr>
            <a:fld id="{952B1BB7-4BF7-6FBE-4C7D-1665EC5D7D13}" type="datetime1">
              <a:rPr lang="fr-FR"/>
              <a:t>01/09/2025</a:t>
            </a:fld>
            <a:endParaRPr/>
          </a:p>
        </p:txBody>
      </p:sp>
      <p:sp>
        <p:nvSpPr>
          <p:cNvPr id="5" name="Espace réservé du pied de page 4"/>
          <p:cNvSpPr>
            <a:spLocks noGrp="1"/>
          </p:cNvSpPr>
          <p:nvPr>
            <p:ph type="ftr" sz="quarter" idx="11"/>
          </p:nvPr>
        </p:nvSpPr>
        <p:spPr bwMode="auto"/>
        <p:txBody>
          <a:bodyPr/>
          <a:lstStyle/>
          <a:p>
            <a:pPr>
              <a:defRPr/>
            </a:pPr>
            <a:r>
              <a:rPr/>
              <a:t>CM | LD</a:t>
            </a:r>
            <a:endParaRPr/>
          </a:p>
        </p:txBody>
      </p:sp>
      <p:sp>
        <p:nvSpPr>
          <p:cNvPr id="6" name="Espace réservé du numéro de diapositive 5"/>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itre vertical et texte">
    <p:spTree>
      <p:nvGrpSpPr>
        <p:cNvPr id="1" name=""/>
        <p:cNvGrpSpPr/>
        <p:nvPr/>
      </p:nvGrpSpPr>
      <p:grpSpPr bwMode="auto">
        <a:xfrm>
          <a:off x="0" y="0"/>
          <a:ext cx="0" cy="0"/>
          <a:chOff x="0" y="0"/>
          <a:chExt cx="0" cy="0"/>
        </a:xfrm>
      </p:grpSpPr>
      <p:sp>
        <p:nvSpPr>
          <p:cNvPr id="2"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lang="fr-FR"/>
          </a:p>
        </p:txBody>
      </p:sp>
      <p:sp>
        <p:nvSpPr>
          <p:cNvPr id="3"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e la date 3"/>
          <p:cNvSpPr>
            <a:spLocks noGrp="1"/>
          </p:cNvSpPr>
          <p:nvPr>
            <p:ph type="dt" sz="half" idx="10"/>
          </p:nvPr>
        </p:nvSpPr>
        <p:spPr bwMode="auto"/>
        <p:txBody>
          <a:bodyPr/>
          <a:lstStyle/>
          <a:p>
            <a:pPr>
              <a:defRPr/>
            </a:pPr>
            <a:fld id="{8B9A416A-4589-A3E5-2EC4-93720A714C11}" type="datetime1">
              <a:rPr lang="fr-FR"/>
              <a:t>01/09/2025</a:t>
            </a:fld>
            <a:endParaRPr/>
          </a:p>
        </p:txBody>
      </p:sp>
      <p:sp>
        <p:nvSpPr>
          <p:cNvPr id="5" name="Espace réservé du pied de page 4"/>
          <p:cNvSpPr>
            <a:spLocks noGrp="1"/>
          </p:cNvSpPr>
          <p:nvPr>
            <p:ph type="ftr" sz="quarter" idx="11"/>
          </p:nvPr>
        </p:nvSpPr>
        <p:spPr bwMode="auto"/>
        <p:txBody>
          <a:bodyPr/>
          <a:lstStyle/>
          <a:p>
            <a:pPr>
              <a:defRPr/>
            </a:pPr>
            <a:r>
              <a:rPr/>
              <a:t>CM | LD</a:t>
            </a:r>
            <a:endParaRPr/>
          </a:p>
        </p:txBody>
      </p:sp>
      <p:sp>
        <p:nvSpPr>
          <p:cNvPr id="6" name="Espace réservé du numéro de diapositive 5"/>
          <p:cNvSpPr>
            <a:spLocks noGrp="1"/>
          </p:cNvSpPr>
          <p:nvPr>
            <p:ph type="sldNum" sz="quarter" idx="12"/>
          </p:nvPr>
        </p:nvSpPr>
        <p:spPr bwMode="auto"/>
        <p:txBody>
          <a:bodyPr/>
          <a:lstStyle/>
          <a:p>
            <a:pPr>
              <a:defRPr/>
            </a:pPr>
            <a:fld id="{08395586-F03A-48D1-94DF-16B239DF4FB5}" type="slidenum">
              <a:rPr lang="fr-FR"/>
              <a:t>‹#›</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lvl1pPr>
              <a:defRPr>
                <a:solidFill>
                  <a:schemeClr val="accent2"/>
                </a:solidFill>
              </a:defRPr>
            </a:lvl1pPr>
          </a:lstStyle>
          <a:p>
            <a:pPr>
              <a:defRPr/>
            </a:pPr>
            <a:r>
              <a:rPr lang="fr-FR"/>
              <a:t>Modifiez le style du titre</a:t>
            </a:r>
            <a:endParaRPr lang="fr-FR"/>
          </a:p>
        </p:txBody>
      </p:sp>
      <p:sp>
        <p:nvSpPr>
          <p:cNvPr id="3"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lvl1pPr>
              <a:defRPr>
                <a:solidFill>
                  <a:schemeClr val="tx1"/>
                </a:solidFill>
              </a:defRPr>
            </a:lvl1pPr>
            <a:lvl2pPr>
              <a:defRPr>
                <a:solidFill>
                  <a:srgbClr val="C00000"/>
                </a:solidFill>
              </a:defRPr>
            </a:lvl2pPr>
            <a:lvl3pPr>
              <a:defRPr>
                <a:solidFill>
                  <a:schemeClr val="accent5">
                    <a:lumMod val="75000"/>
                  </a:schemeClr>
                </a:solidFill>
              </a:defRPr>
            </a:lvl3pPr>
            <a:lvl4pPr>
              <a:defRPr>
                <a:solidFill>
                  <a:srgbClr val="002060"/>
                </a:solidFill>
              </a:defRPr>
            </a:lvl4pPr>
            <a:lvl5pPr>
              <a:defRPr>
                <a:solidFill>
                  <a:schemeClr val="tx1">
                    <a:lumMod val="85000"/>
                    <a:lumOff val="15000"/>
                  </a:schemeClr>
                </a:solidFill>
              </a:defRPr>
            </a:lvl5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4" name="Espace réservé de la date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E52DDDA-60A7-B237-99BA-18F8CD74636C}" type="datetime1">
              <a:rPr lang="fr-FR"/>
              <a:t>01/09/2025</a:t>
            </a:fld>
            <a:endParaRPr/>
          </a:p>
        </p:txBody>
      </p:sp>
      <p:sp>
        <p:nvSpPr>
          <p:cNvPr id="5" name="Espace réservé du pied de page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a:t>CM | LD</a:t>
            </a:r>
            <a:endParaRPr/>
          </a:p>
        </p:txBody>
      </p:sp>
      <p:sp>
        <p:nvSpPr>
          <p:cNvPr id="6" name="Espace réservé du numéro de diapositiv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fr-FR"/>
              <a:t>‹#›</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1" ftr="1" hdr="0" sldNum="1"/>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8.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3.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6.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7.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8.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0.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image" Target="../media/image21.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2.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3.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4.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5.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6.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7.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8.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32.png"/><Relationship Id="rId4" Type="http://schemas.openxmlformats.org/officeDocument/2006/relationships/image" Target="../media/image33.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4.png"/><Relationship Id="rId4" Type="http://schemas.openxmlformats.org/officeDocument/2006/relationships/image" Target="../media/image35.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Relationship Id="rId3" Type="http://schemas.openxmlformats.org/officeDocument/2006/relationships/image" Target="../media/image36.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7.xml"/><Relationship Id="rId3" Type="http://schemas.openxmlformats.org/officeDocument/2006/relationships/image" Target="../media/image37.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0.xml"/><Relationship Id="rId3" Type="http://schemas.openxmlformats.org/officeDocument/2006/relationships/image" Target="../media/image38.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Relationship Id="rId3" Type="http://schemas.openxmlformats.org/officeDocument/2006/relationships/image" Target="../media/image39.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3.xml"/><Relationship Id="rId3" Type="http://schemas.openxmlformats.org/officeDocument/2006/relationships/image" Target="../media/image40.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 Id="rId3" Type="http://schemas.openxmlformats.org/officeDocument/2006/relationships/image" Target="../media/image41.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42.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7.xml"/><Relationship Id="rId3" Type="http://schemas.openxmlformats.org/officeDocument/2006/relationships/image" Target="../media/image43.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8.xml"/><Relationship Id="rId3" Type="http://schemas.openxmlformats.org/officeDocument/2006/relationships/image" Target="../media/image44.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Relationship Id="rId3" Type="http://schemas.openxmlformats.org/officeDocument/2006/relationships/image" Target="../media/image45.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9.xml"/><Relationship Id="rId3" Type="http://schemas.openxmlformats.org/officeDocument/2006/relationships/image" Target="../media/image46.pn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0.xml"/><Relationship Id="rId3" Type="http://schemas.openxmlformats.org/officeDocument/2006/relationships/image" Target="../media/image47.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48.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49.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50.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51.png"/></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ctrTitle"/>
          </p:nvPr>
        </p:nvSpPr>
        <p:spPr bwMode="auto">
          <a:prstGeom prst="rect">
            <a:avLst/>
          </a:prstGeom>
        </p:spPr>
        <p:txBody>
          <a:bodyPr>
            <a:normAutofit/>
          </a:bodyPr>
          <a:lstStyle/>
          <a:p>
            <a:pPr>
              <a:defRPr/>
            </a:pPr>
            <a:r>
              <a:rPr lang="fr-FR"/>
              <a:t>Administration Systèmes et Réseaux</a:t>
            </a:r>
            <a:endParaRPr/>
          </a:p>
        </p:txBody>
      </p:sp>
      <p:sp>
        <p:nvSpPr>
          <p:cNvPr id="9013" name="Sub"/>
          <p:cNvSpPr txBox="1">
            <a:spLocks noGrp="1"/>
          </p:cNvSpPr>
          <p:nvPr>
            <p:ph type="subTitle" idx="1"/>
          </p:nvPr>
        </p:nvSpPr>
        <p:spPr bwMode="auto">
          <a:prstGeom prst="rect">
            <a:avLst/>
          </a:prstGeom>
        </p:spPr>
        <p:txBody>
          <a:bodyPr>
            <a:normAutofit/>
          </a:bodyPr>
          <a:lstStyle/>
          <a:p>
            <a:pPr>
              <a:defRPr/>
            </a:pPr>
            <a:r>
              <a:rPr lang="fr-FR"/>
              <a:t>Partie 1 — Architecture &amp; communications Client/Serveur</a:t>
            </a:r>
            <a:endParaRPr/>
          </a:p>
          <a:p>
            <a:pPr>
              <a:defRPr/>
            </a:pPr>
            <a:r>
              <a:rPr lang="fr-FR"/>
              <a:t>Université Claude Bernard Lyon 1</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Sources et remerciements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D'après le cours « Architecture et communications Client/Serveur » d'Olivier Glück (Lyon 1)</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Compléments : Olivier Aubert (Lyon 1), Bénédicte Le Grand (UPMC)</a:t>
            </a:r>
            <a:endParaRPr/>
          </a:p>
          <a:p>
            <a:pPr marL="457200" indent="-342900" algn="l">
              <a:lnSpc>
                <a:spcPct val="100000"/>
              </a:lnSpc>
              <a:spcBef>
                <a:spcPts val="1000"/>
              </a:spcBef>
              <a:buFont typeface="Arial"/>
              <a:buChar char="•"/>
              <a:defRPr/>
            </a:pPr>
            <a:r>
              <a:rPr lang="fr-FR" sz="2200" b="0">
                <a:solidFill>
                  <a:schemeClr val="accent5">
                    <a:lumMod val="75000"/>
                  </a:schemeClr>
                </a:solidFill>
              </a:rPr>
              <a:t>Certaines figures sont issues des ouvrages de la bibliographie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Bibliographie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A. Tanenbaum, D. Wetherall, « Réseaux », Pearson</a:t>
            </a:r>
            <a:endParaRPr/>
          </a:p>
          <a:p>
            <a:pPr marL="457200" indent="-342900" algn="l">
              <a:lnSpc>
                <a:spcPct val="100000"/>
              </a:lnSpc>
              <a:spcBef>
                <a:spcPts val="1000"/>
              </a:spcBef>
              <a:buFont typeface="Arial"/>
              <a:buChar char="•"/>
              <a:defRPr/>
            </a:pPr>
            <a:r>
              <a:rPr lang="fr-FR" sz="2200" b="0">
                <a:solidFill>
                  <a:schemeClr val="accent5">
                    <a:lumMod val="75000"/>
                  </a:schemeClr>
                </a:solidFill>
              </a:rPr>
              <a:t>J. Kurose, K. Ross, « Analyse structurée des réseaux », Pearson (8e éd.)</a:t>
            </a:r>
            <a:endParaRPr/>
          </a:p>
          <a:p>
            <a:pPr marL="457200" indent="-342900" algn="l">
              <a:lnSpc>
                <a:spcPct val="100000"/>
              </a:lnSpc>
              <a:spcBef>
                <a:spcPts val="1000"/>
              </a:spcBef>
              <a:buFont typeface="Arial"/>
              <a:buChar char="•"/>
              <a:defRPr/>
            </a:pPr>
            <a:r>
              <a:rPr lang="fr-FR" sz="2200" b="0">
                <a:solidFill>
                  <a:schemeClr val="accent5">
                    <a:lumMod val="75000"/>
                  </a:schemeClr>
                </a:solidFill>
              </a:rPr>
              <a:t>W. R. Stevens, « TCP/IP Illustrated, Vol. 1 », Addison-Wesley</a:t>
            </a:r>
            <a:endParaRPr/>
          </a:p>
          <a:p>
            <a:pPr marL="457200" indent="-342900" algn="l">
              <a:lnSpc>
                <a:spcPct val="100000"/>
              </a:lnSpc>
              <a:spcBef>
                <a:spcPts val="1000"/>
              </a:spcBef>
              <a:buFont typeface="Arial"/>
              <a:buChar char="•"/>
              <a:defRPr/>
            </a:pPr>
            <a:r>
              <a:rPr lang="fr-FR" sz="2200" b="0">
                <a:solidFill>
                  <a:schemeClr val="accent5">
                    <a:lumMod val="75000"/>
                  </a:schemeClr>
                </a:solidFill>
              </a:rPr>
              <a:t>J.-M. Rifflet, « La communication sous Unix » (sockets / IPC)</a:t>
            </a:r>
            <a:endParaRPr/>
          </a:p>
          <a:p>
            <a:pPr marL="457200" indent="-342900" algn="l">
              <a:lnSpc>
                <a:spcPct val="100000"/>
              </a:lnSpc>
              <a:spcBef>
                <a:spcPts val="1000"/>
              </a:spcBef>
              <a:buFont typeface="Arial"/>
              <a:buChar char="•"/>
              <a:defRPr/>
            </a:pPr>
            <a:r>
              <a:rPr lang="fr-FR" sz="2200" b="0">
                <a:solidFill>
                  <a:schemeClr val="accent5">
                    <a:lumMod val="75000"/>
                  </a:schemeClr>
                </a:solidFill>
              </a:rPr>
              <a:t>RFC (rfc-editor.org), documentation HTTP / TLS / QUIC (IETF, MDN)</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Organisation pratique et contenu du module</a:t>
            </a:r>
            <a:endParaRPr/>
          </a:p>
          <a:p>
            <a:pPr marL="457200" indent="-342900" algn="l">
              <a:lnSpc>
                <a:spcPct val="100000"/>
              </a:lnSpc>
              <a:spcBef>
                <a:spcPts val="1000"/>
              </a:spcBef>
              <a:buFont typeface="Arial"/>
              <a:buChar char="•"/>
              <a:defRPr/>
            </a:pPr>
            <a:r>
              <a:rPr lang="fr-FR" sz="2200" b="0">
                <a:solidFill>
                  <a:schemeClr val="accent5">
                    <a:lumMod val="75000"/>
                  </a:schemeClr>
                </a:solidFill>
              </a:rPr>
              <a:t>Rappels : Internet et le modèle TCP/IP</a:t>
            </a:r>
            <a:endParaRPr/>
          </a:p>
          <a:p>
            <a:pPr marL="457200" indent="-342900" algn="l">
              <a:lnSpc>
                <a:spcPct val="100000"/>
              </a:lnSpc>
              <a:spcBef>
                <a:spcPts val="1000"/>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1000"/>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1000"/>
              </a:spcBef>
              <a:buFont typeface="Arial"/>
              <a:buChar char="•"/>
              <a:defRPr/>
            </a:pPr>
            <a:r>
              <a:rPr lang="fr-FR" sz="2200" b="0">
                <a:solidFill>
                  <a:schemeClr val="accent5">
                    <a:lumMod val="75000"/>
                  </a:schemeClr>
                </a:solidFill>
              </a:rPr>
              <a:t>Exercices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4260455"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232523072"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lang="fr-FR" sz="2200" b="1">
                <a:solidFill>
                  <a:schemeClr val="accent5">
                    <a:lumMod val="75000"/>
                  </a:schemeClr>
                </a:solidFill>
              </a:rPr>
              <a:t>Organisation pratique et contenu du module</a:t>
            </a:r>
            <a:endParaRPr/>
          </a:p>
          <a:p>
            <a:pPr marL="457200" indent="-342900" algn="l">
              <a:lnSpc>
                <a:spcPct val="100000"/>
              </a:lnSpc>
              <a:spcBef>
                <a:spcPts val="999"/>
              </a:spcBef>
              <a:buFont typeface="Arial"/>
              <a:buChar char="•"/>
              <a:defRPr/>
            </a:pPr>
            <a:r>
              <a:rPr lang="fr-FR" sz="2200" b="0">
                <a:solidFill>
                  <a:schemeClr val="accent5">
                    <a:lumMod val="75000"/>
                  </a:schemeClr>
                </a:solidFill>
              </a:rPr>
              <a:t>Rappels : Internet et le modèle TCP/IP</a:t>
            </a:r>
            <a:endParaRPr/>
          </a:p>
          <a:p>
            <a:pPr marL="457200" indent="-342900" algn="l">
              <a:lnSpc>
                <a:spcPct val="100000"/>
              </a:lnSpc>
              <a:spcBef>
                <a:spcPts val="999"/>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999"/>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999"/>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999"/>
              </a:spcBef>
              <a:buFont typeface="Arial"/>
              <a:buChar char="•"/>
              <a:defRPr/>
            </a:pPr>
            <a:r>
              <a:rPr lang="fr-FR" sz="2200" b="0">
                <a:solidFill>
                  <a:schemeClr val="accent5">
                    <a:lumMod val="75000"/>
                  </a:schemeClr>
                </a:solidFill>
              </a:rPr>
              <a:t>Exercices</a:t>
            </a:r>
            <a:endParaRPr/>
          </a:p>
        </p:txBody>
      </p:sp>
      <p:sp>
        <p:nvSpPr>
          <p:cNvPr id="997743745" name="Slide Number"/>
          <p:cNvSpPr txBox="1">
            <a:spLocks noGrp="1"/>
          </p:cNvSpPr>
          <p:nvPr>
            <p:ph type="sldNum" sz="quarter" idx="2"/>
          </p:nvPr>
        </p:nvSpPr>
        <p:spPr bwMode="auto">
          <a:prstGeom prst="rect">
            <a:avLst/>
          </a:prstGeom>
        </p:spPr>
        <p:txBody>
          <a:bodyPr/>
          <a:lstStyle/>
          <a:p>
            <a:pPr>
              <a:defRPr/>
            </a:pPr>
            <a:fld id="{45CD421A-8ACD-9DCA-2A7D-7DEDC9F6F5B6}" type="slidenum">
              <a:rPr/>
              <a:t/>
            </a:fld>
            <a:endParaRPr/>
          </a:p>
        </p:txBody>
      </p:sp>
      <p:sp>
        <p:nvSpPr>
          <p:cNvPr id="996656946" name="Date"/>
          <p:cNvSpPr>
            <a:spLocks noGrp="1"/>
          </p:cNvSpPr>
          <p:nvPr>
            <p:ph type="dt" sz="half" idx="10"/>
          </p:nvPr>
        </p:nvSpPr>
        <p:spPr bwMode="auto"/>
        <p:txBody>
          <a:bodyPr/>
          <a:lstStyle/>
          <a:p>
            <a:pPr>
              <a:defRPr/>
            </a:pPr>
            <a:fld id="{BFDB2545-4E77-C15A-5D5A-FBBD2F852482}" type="datetime1">
              <a:rPr lang="fr-FR"/>
              <a:t/>
            </a:fld>
            <a:endParaRPr/>
          </a:p>
        </p:txBody>
      </p:sp>
      <p:sp>
        <p:nvSpPr>
          <p:cNvPr id="1184840071"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Organisation pratique et contenu du module</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module ASR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Cours magistraux + travaux pratiques (administration Unix et Windows)</a:t>
            </a:r>
            <a:endParaRPr/>
          </a:p>
          <a:p>
            <a:pPr marL="457200" indent="-342900" algn="l">
              <a:lnSpc>
                <a:spcPct val="100000"/>
              </a:lnSpc>
              <a:spcBef>
                <a:spcPts val="1000"/>
              </a:spcBef>
              <a:buFont typeface="Arial"/>
              <a:buChar char="•"/>
              <a:defRPr/>
            </a:pPr>
            <a:r>
              <a:rPr lang="fr-FR" sz="2200" b="0">
                <a:solidFill>
                  <a:schemeClr val="accent5">
                    <a:lumMod val="75000"/>
                  </a:schemeClr>
                </a:solidFill>
              </a:rPr>
              <a:t>TP en salles </a:t>
            </a:r>
            <a:r>
              <a:rPr sz="2200" b="0">
                <a:solidFill>
                  <a:schemeClr val="accent5">
                    <a:lumMod val="75000"/>
                  </a:schemeClr>
                </a:solidFill>
              </a:rPr>
              <a:t>TPR</a:t>
            </a:r>
            <a:endParaRPr/>
          </a:p>
          <a:p>
            <a:pPr marL="457200" indent="-342900" algn="l">
              <a:lnSpc>
                <a:spcPct val="100000"/>
              </a:lnSpc>
              <a:spcBef>
                <a:spcPts val="1000"/>
              </a:spcBef>
              <a:buFont typeface="Arial"/>
              <a:buChar char="•"/>
              <a:defRPr/>
            </a:pPr>
            <a:r>
              <a:rPr lang="fr-FR" sz="2200" b="0">
                <a:solidFill>
                  <a:schemeClr val="accent5">
                    <a:lumMod val="75000"/>
                  </a:schemeClr>
                </a:solidFill>
              </a:rPr>
              <a:t>Évaluation : un contrôle final et des notes de contrôle continu</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Présentation</a:t>
            </a:r>
            <a:r>
              <a:rPr sz="1800" b="0">
                <a:solidFill>
                  <a:schemeClr val="accent5">
                    <a:lumMod val="75000"/>
                  </a:schemeClr>
                </a:solidFill>
              </a:rPr>
              <a:t> / TD</a:t>
            </a:r>
            <a:endParaRPr sz="18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TP</a:t>
            </a:r>
            <a:endParaRPr sz="1800" b="0">
              <a:solidFill>
                <a:schemeClr val="accent5">
                  <a:lumMod val="75000"/>
                </a:schemeClr>
              </a:solidFill>
            </a:endParaRPr>
          </a:p>
          <a:p>
            <a:pPr marL="857250" lvl="1" indent="-342900" algn="l">
              <a:lnSpc>
                <a:spcPct val="100000"/>
              </a:lnSpc>
              <a:spcBef>
                <a:spcPts val="998"/>
              </a:spcBef>
              <a:buFont typeface="Arial"/>
              <a:buChar char="•"/>
              <a:defRPr/>
            </a:pPr>
            <a:r>
              <a:rPr sz="1800" b="0">
                <a:solidFill>
                  <a:schemeClr val="accent5">
                    <a:lumMod val="75000"/>
                  </a:schemeClr>
                </a:solidFill>
              </a:rPr>
              <a:t>Exam</a:t>
            </a:r>
            <a:endParaRPr lang="fr-FR"/>
          </a:p>
          <a:p>
            <a:pPr marL="457200" indent="-342900" algn="l">
              <a:lnSpc>
                <a:spcPct val="100000"/>
              </a:lnSpc>
              <a:spcBef>
                <a:spcPts val="1000"/>
              </a:spcBef>
              <a:buFont typeface="Arial"/>
              <a:buChar char="•"/>
              <a:defRPr/>
            </a:pPr>
            <a:r>
              <a:rPr lang="fr-FR" sz="2200" b="0">
                <a:solidFill>
                  <a:schemeClr val="accent5">
                    <a:lumMod val="75000"/>
                  </a:schemeClr>
                </a:solidFill>
              </a:rPr>
              <a:t>Pédagogie : classe inversée, présentations à préparer</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Objectifs du module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Former des administrateurs systèmes et réseaux</a:t>
            </a:r>
            <a:endParaRPr/>
          </a:p>
          <a:p>
            <a:pPr marL="457200" indent="-342900" algn="l">
              <a:lnSpc>
                <a:spcPct val="100000"/>
              </a:lnSpc>
              <a:spcBef>
                <a:spcPts val="1000"/>
              </a:spcBef>
              <a:buFont typeface="Arial"/>
              <a:buChar char="•"/>
              <a:defRPr/>
            </a:pPr>
            <a:r>
              <a:rPr lang="fr-FR" sz="2200" b="0">
                <a:solidFill>
                  <a:schemeClr val="accent5">
                    <a:lumMod val="75000"/>
                  </a:schemeClr>
                </a:solidFill>
              </a:rPr>
              <a:t>Maîtriser le modèle Client/Serveur, socle de la plupart des services Internet</a:t>
            </a:r>
            <a:endParaRPr/>
          </a:p>
          <a:p>
            <a:pPr marL="457200" indent="-342900" algn="l">
              <a:lnSpc>
                <a:spcPct val="100000"/>
              </a:lnSpc>
              <a:spcBef>
                <a:spcPts val="1000"/>
              </a:spcBef>
              <a:buFont typeface="Arial"/>
              <a:buChar char="•"/>
              <a:defRPr/>
            </a:pPr>
            <a:r>
              <a:rPr lang="fr-FR" sz="2200" b="0">
                <a:solidFill>
                  <a:schemeClr val="accent5">
                    <a:lumMod val="75000"/>
                  </a:schemeClr>
                </a:solidFill>
              </a:rPr>
              <a:t>Savoir concevoir une application Client/Serveur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Déployer et sécuriser les services sous Linux et Windows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Contenu (1) — Modèle Client/Serveur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Architecture et communication Client/Serveur, middleware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Conception d'une application Client/Serveur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Modes de communication entre processus</a:t>
            </a:r>
            <a:endParaRPr/>
          </a:p>
          <a:p>
            <a:pPr marL="457200" indent="-342900" algn="l">
              <a:lnSpc>
                <a:spcPct val="100000"/>
              </a:lnSpc>
              <a:spcBef>
                <a:spcPts val="1000"/>
              </a:spcBef>
              <a:buFont typeface="Arial"/>
              <a:buChar char="•"/>
              <a:defRPr/>
            </a:pPr>
            <a:r>
              <a:rPr lang="fr-FR" sz="2200" b="0">
                <a:solidFill>
                  <a:schemeClr val="accent5">
                    <a:lumMod val="75000"/>
                  </a:schemeClr>
                </a:solidFill>
              </a:rPr>
              <a:t>Sockets TCP/IP (IPv4 et IPv6)</a:t>
            </a:r>
            <a:endParaRPr/>
          </a:p>
          <a:p>
            <a:pPr marL="457200" indent="-342900" algn="l">
              <a:lnSpc>
                <a:spcPct val="100000"/>
              </a:lnSpc>
              <a:spcBef>
                <a:spcPts val="1000"/>
              </a:spcBef>
              <a:buFont typeface="Arial"/>
              <a:buChar char="•"/>
              <a:defRPr/>
            </a:pPr>
            <a:r>
              <a:rPr lang="fr-FR" sz="2200" b="0">
                <a:solidFill>
                  <a:schemeClr val="accent5">
                    <a:lumMod val="75000"/>
                  </a:schemeClr>
                </a:solidFill>
              </a:rPr>
              <a:t>Serveurs multi-protocoles et multi-services</a:t>
            </a:r>
            <a:endParaRPr/>
          </a:p>
          <a:p>
            <a:pPr marL="457200" indent="-342900" algn="l">
              <a:lnSpc>
                <a:spcPct val="100000"/>
              </a:lnSpc>
              <a:spcBef>
                <a:spcPts val="1000"/>
              </a:spcBef>
              <a:buFont typeface="Arial"/>
              <a:buChar char="•"/>
              <a:defRPr/>
            </a:pPr>
            <a:r>
              <a:rPr lang="fr-FR" sz="2200" b="0">
                <a:solidFill>
                  <a:schemeClr val="accent5">
                    <a:lumMod val="75000"/>
                  </a:schemeClr>
                </a:solidFill>
              </a:rPr>
              <a:t>Appels distants : RPC, gRPC, API REST</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Contenu (2) — Services de l'Internet</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Connexion à distance : SSH (telnet et rlogin abandonnés)</a:t>
            </a:r>
            <a:endParaRPr/>
          </a:p>
          <a:p>
            <a:pPr marL="457200" indent="-342900" algn="l">
              <a:lnSpc>
                <a:spcPct val="100000"/>
              </a:lnSpc>
              <a:spcBef>
                <a:spcPts val="1000"/>
              </a:spcBef>
              <a:buFont typeface="Arial"/>
              <a:buChar char="•"/>
              <a:defRPr/>
            </a:pPr>
            <a:r>
              <a:rPr lang="fr-FR" sz="2200" b="0">
                <a:solidFill>
                  <a:schemeClr val="accent5">
                    <a:lumMod val="75000"/>
                  </a:schemeClr>
                </a:solidFill>
              </a:rPr>
              <a:t>Transfert de fichiers : SFTP/FTPS, NFS, SMB</a:t>
            </a:r>
            <a:endParaRPr/>
          </a:p>
          <a:p>
            <a:pPr marL="457200" indent="-342900" algn="l">
              <a:lnSpc>
                <a:spcPct val="100000"/>
              </a:lnSpc>
              <a:spcBef>
                <a:spcPts val="1000"/>
              </a:spcBef>
              <a:buFont typeface="Arial"/>
              <a:buChar char="•"/>
              <a:defRPr/>
            </a:pPr>
            <a:r>
              <a:rPr lang="fr-FR" sz="2200" b="0">
                <a:solidFill>
                  <a:schemeClr val="accent5">
                    <a:lumMod val="75000"/>
                  </a:schemeClr>
                </a:solidFill>
              </a:rPr>
              <a:t>Messagerie : SMTP, IMAP, webmail</a:t>
            </a:r>
            <a:endParaRPr/>
          </a:p>
          <a:p>
            <a:pPr marL="457200" indent="-342900" algn="l">
              <a:lnSpc>
                <a:spcPct val="100000"/>
              </a:lnSpc>
              <a:spcBef>
                <a:spcPts val="1000"/>
              </a:spcBef>
              <a:buFont typeface="Arial"/>
              <a:buChar char="•"/>
              <a:defRPr/>
            </a:pPr>
            <a:r>
              <a:rPr lang="fr-FR" sz="2200" b="0">
                <a:solidFill>
                  <a:schemeClr val="accent5">
                    <a:lumMod val="75000"/>
                  </a:schemeClr>
                </a:solidFill>
              </a:rPr>
              <a:t>Annuaires : DNS, LDAP</a:t>
            </a:r>
            <a:endParaRPr/>
          </a:p>
          <a:p>
            <a:pPr marL="457200" indent="-342900" algn="l">
              <a:lnSpc>
                <a:spcPct val="100000"/>
              </a:lnSpc>
              <a:spcBef>
                <a:spcPts val="1000"/>
              </a:spcBef>
              <a:buFont typeface="Arial"/>
              <a:buChar char="•"/>
              <a:defRPr/>
            </a:pPr>
            <a:r>
              <a:rPr lang="fr-FR" sz="2200" b="0">
                <a:solidFill>
                  <a:schemeClr val="accent5">
                    <a:lumMod val="75000"/>
                  </a:schemeClr>
                </a:solidFill>
              </a:rPr>
              <a:t>Web : HTTP / HTTPS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Contenu (3) — Technologies Windows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Architecture en domaines, Active Directory</a:t>
            </a:r>
            <a:endParaRPr/>
          </a:p>
          <a:p>
            <a:pPr marL="457200" indent="-342900" algn="l">
              <a:lnSpc>
                <a:spcPct val="100000"/>
              </a:lnSpc>
              <a:spcBef>
                <a:spcPts val="1000"/>
              </a:spcBef>
              <a:buFont typeface="Arial"/>
              <a:buChar char="•"/>
              <a:defRPr/>
            </a:pPr>
            <a:r>
              <a:rPr lang="fr-FR" sz="2200" b="0">
                <a:solidFill>
                  <a:schemeClr val="accent5">
                    <a:lumMod val="75000"/>
                  </a:schemeClr>
                </a:solidFill>
              </a:rPr>
              <a:t>Gestion des utilisateurs, stratégies de groupe</a:t>
            </a:r>
            <a:endParaRPr/>
          </a:p>
          <a:p>
            <a:pPr marL="457200" indent="-342900" algn="l">
              <a:lnSpc>
                <a:spcPct val="100000"/>
              </a:lnSpc>
              <a:spcBef>
                <a:spcPts val="1000"/>
              </a:spcBef>
              <a:buFont typeface="Arial"/>
              <a:buChar char="•"/>
              <a:defRPr/>
            </a:pPr>
            <a:r>
              <a:rPr lang="fr-FR" sz="2200" b="0">
                <a:solidFill>
                  <a:schemeClr val="accent5">
                    <a:lumMod val="75000"/>
                  </a:schemeClr>
                </a:solidFill>
              </a:rPr>
              <a:t>Système de fichiers et sécurité</a:t>
            </a:r>
            <a:endParaRPr/>
          </a:p>
          <a:p>
            <a:pPr marL="457200" indent="-342900" algn="l">
              <a:lnSpc>
                <a:spcPct val="100000"/>
              </a:lnSpc>
              <a:spcBef>
                <a:spcPts val="1000"/>
              </a:spcBef>
              <a:buFont typeface="Arial"/>
              <a:buChar char="•"/>
              <a:defRPr/>
            </a:pPr>
            <a:r>
              <a:rPr lang="fr-FR" sz="2200" b="0">
                <a:solidFill>
                  <a:schemeClr val="accent5">
                    <a:lumMod val="75000"/>
                  </a:schemeClr>
                </a:solidFill>
              </a:rPr>
              <a:t>Services réseau, scripts, sauvegardes, cluster</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2158139" name="Title"/>
          <p:cNvSpPr txBox="1">
            <a:spLocks noGrp="1"/>
          </p:cNvSpPr>
          <p:nvPr>
            <p:ph type="title"/>
          </p:nvPr>
        </p:nvSpPr>
        <p:spPr bwMode="auto">
          <a:prstGeom prst="rect">
            <a:avLst/>
          </a:prstGeom>
        </p:spPr>
        <p:txBody>
          <a:bodyPr>
            <a:normAutofit/>
          </a:bodyPr>
          <a:lstStyle/>
          <a:p>
            <a:pPr>
              <a:defRPr/>
            </a:pPr>
            <a:r>
              <a:rPr lang="fr-FR"/>
              <a:t>Une architecture complète : où se situe chaque brique du cours ?</a:t>
            </a:r>
            <a:endParaRPr/>
          </a:p>
        </p:txBody>
      </p:sp>
      <p:sp>
        <p:nvSpPr>
          <p:cNvPr id="1477151611" name="Slide Number"/>
          <p:cNvSpPr txBox="1">
            <a:spLocks noGrp="1"/>
          </p:cNvSpPr>
          <p:nvPr>
            <p:ph type="sldNum" sz="quarter" idx="12"/>
          </p:nvPr>
        </p:nvSpPr>
        <p:spPr bwMode="auto">
          <a:prstGeom prst="rect">
            <a:avLst/>
          </a:prstGeom>
        </p:spPr>
        <p:txBody>
          <a:bodyPr/>
          <a:lstStyle/>
          <a:p>
            <a:pPr>
              <a:defRPr/>
            </a:pPr>
            <a:fld id="{B17F07CB-5826-FF8F-E01A-24589B5D1AC0}" type="slidenum">
              <a:rPr/>
              <a:t/>
            </a:fld>
            <a:endParaRPr/>
          </a:p>
        </p:txBody>
      </p:sp>
      <p:sp>
        <p:nvSpPr>
          <p:cNvPr id="891449691" name="Date"/>
          <p:cNvSpPr>
            <a:spLocks noGrp="1"/>
          </p:cNvSpPr>
          <p:nvPr>
            <p:ph type="dt" sz="half" idx="10"/>
          </p:nvPr>
        </p:nvSpPr>
        <p:spPr bwMode="auto"/>
        <p:txBody>
          <a:bodyPr/>
          <a:lstStyle/>
          <a:p>
            <a:pPr>
              <a:defRPr/>
            </a:pPr>
            <a:fld id="{89D81D0A-E997-81D5-C18A-A8236E3055D1}" type="datetime1">
              <a:rPr lang="fr-FR"/>
              <a:t/>
            </a:fld>
            <a:endParaRPr/>
          </a:p>
        </p:txBody>
      </p:sp>
      <p:sp>
        <p:nvSpPr>
          <p:cNvPr id="511494542" name="Footer"/>
          <p:cNvSpPr>
            <a:spLocks noGrp="1"/>
          </p:cNvSpPr>
          <p:nvPr>
            <p:ph type="ftr" sz="quarter" idx="11"/>
          </p:nvPr>
        </p:nvSpPr>
        <p:spPr bwMode="auto"/>
        <p:txBody>
          <a:bodyPr/>
          <a:lstStyle/>
          <a:p>
            <a:pPr>
              <a:defRPr/>
            </a:pPr>
            <a:r>
              <a:rPr/>
              <a:t>CM | LD</a:t>
            </a:r>
            <a:endParaRPr/>
          </a:p>
        </p:txBody>
      </p:sp>
      <p:pic>
        <p:nvPicPr>
          <p:cNvPr id="657970478" name=""/>
          <p:cNvPicPr>
            <a:picLocks noChangeAspect="1"/>
          </p:cNvPicPr>
          <p:nvPr/>
        </p:nvPicPr>
        <p:blipFill>
          <a:blip r:embed="rId3"/>
          <a:stretch/>
        </p:blipFill>
        <p:spPr bwMode="auto">
          <a:xfrm flipH="0" flipV="0">
            <a:off x="1873074" y="1679149"/>
            <a:ext cx="8445850" cy="45518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405577" name="Title"/>
          <p:cNvSpPr txBox="1">
            <a:spLocks noGrp="1"/>
          </p:cNvSpPr>
          <p:nvPr>
            <p:ph type="title"/>
          </p:nvPr>
        </p:nvSpPr>
        <p:spPr bwMode="auto">
          <a:prstGeom prst="rect">
            <a:avLst/>
          </a:prstGeom>
        </p:spPr>
        <p:txBody>
          <a:bodyPr>
            <a:normAutofit/>
          </a:bodyPr>
          <a:lstStyle/>
          <a:p>
            <a:pPr>
              <a:defRPr/>
            </a:pPr>
            <a:r>
              <a:rPr lang="fr-FR"/>
              <a:t>Ce que l'on va étudier, brique par brique</a:t>
            </a:r>
            <a:endParaRPr/>
          </a:p>
        </p:txBody>
      </p:sp>
      <p:sp>
        <p:nvSpPr>
          <p:cNvPr id="1035629682" name="Content"/>
          <p:cNvSpPr>
            <a:spLocks noGrp="1"/>
          </p:cNvSpPr>
          <p:nvPr>
            <p:ph idx="1"/>
          </p:nvPr>
        </p:nvSpPr>
        <p:spPr bwMode="auto"/>
        <p:txBody>
          <a:bodyPr>
            <a:normAutofit/>
          </a:bodyPr>
          <a:lstStyle/>
          <a:p>
            <a:pPr marL="457200" indent="-342900" algn="l">
              <a:lnSpc>
                <a:spcPct val="100000"/>
              </a:lnSpc>
              <a:spcBef>
                <a:spcPts val="599"/>
              </a:spcBef>
              <a:buFont typeface="Arial"/>
              <a:buChar char="•"/>
              <a:defRPr/>
            </a:pPr>
            <a:r>
              <a:rPr sz="1900" b="0">
                <a:solidFill>
                  <a:schemeClr val="accent5">
                    <a:lumMod val="75000"/>
                  </a:schemeClr>
                </a:solidFill>
              </a:rPr>
              <a:t>1-</a:t>
            </a:r>
            <a:r>
              <a:rPr lang="fr-FR" sz="1900" b="0">
                <a:solidFill>
                  <a:schemeClr val="accent5">
                    <a:lumMod val="75000"/>
                  </a:schemeClr>
                </a:solidFill>
              </a:rPr>
              <a:t> DNS </a:t>
            </a:r>
            <a:r>
              <a:rPr sz="1900" b="0">
                <a:solidFill>
                  <a:schemeClr val="accent5">
                    <a:lumMod val="75000"/>
                  </a:schemeClr>
                </a:solidFill>
              </a:rPr>
              <a:t>:</a:t>
            </a:r>
            <a:r>
              <a:rPr lang="fr-FR" sz="1900" b="0">
                <a:solidFill>
                  <a:schemeClr val="accent5">
                    <a:lumMod val="75000"/>
                  </a:schemeClr>
                </a:solidFill>
              </a:rPr>
              <a:t> traduire un nom en adresse avant tout échange</a:t>
            </a:r>
            <a:endParaRPr b="0"/>
          </a:p>
          <a:p>
            <a:pPr marL="457200" indent="-342900" algn="l">
              <a:lnSpc>
                <a:spcPct val="100000"/>
              </a:lnSpc>
              <a:spcBef>
                <a:spcPts val="599"/>
              </a:spcBef>
              <a:buFont typeface="Arial"/>
              <a:buChar char="•"/>
              <a:defRPr/>
            </a:pPr>
            <a:r>
              <a:rPr sz="1900" b="0">
                <a:solidFill>
                  <a:schemeClr val="accent5">
                    <a:lumMod val="75000"/>
                  </a:schemeClr>
                </a:solidFill>
              </a:rPr>
              <a:t>2-</a:t>
            </a:r>
            <a:r>
              <a:rPr lang="fr-FR" sz="1900" b="0">
                <a:solidFill>
                  <a:schemeClr val="accent5">
                    <a:lumMod val="75000"/>
                  </a:schemeClr>
                </a:solidFill>
              </a:rPr>
              <a:t> API Gateway</a:t>
            </a:r>
            <a:endParaRPr b="0"/>
          </a:p>
          <a:p>
            <a:pPr marL="457200" indent="-342900" algn="l">
              <a:lnSpc>
                <a:spcPct val="100000"/>
              </a:lnSpc>
              <a:spcBef>
                <a:spcPts val="599"/>
              </a:spcBef>
              <a:buFont typeface="Arial"/>
              <a:buChar char="•"/>
              <a:defRPr/>
            </a:pPr>
            <a:r>
              <a:rPr sz="1900" b="0">
                <a:solidFill>
                  <a:schemeClr val="accent5">
                    <a:lumMod val="75000"/>
                  </a:schemeClr>
                </a:solidFill>
              </a:rPr>
              <a:t>3-</a:t>
            </a:r>
            <a:r>
              <a:rPr lang="fr-FR" sz="1900" b="0">
                <a:solidFill>
                  <a:schemeClr val="accent5">
                    <a:lumMod val="75000"/>
                  </a:schemeClr>
                </a:solidFill>
              </a:rPr>
              <a:t> Client/Serveur récursif : l'API Gateway est serveur pour le navigateur, mais client pour les microservices</a:t>
            </a:r>
            <a:endParaRPr b="0"/>
          </a:p>
          <a:p>
            <a:pPr marL="457200" indent="-342900" algn="l">
              <a:lnSpc>
                <a:spcPct val="100000"/>
              </a:lnSpc>
              <a:spcBef>
                <a:spcPts val="599"/>
              </a:spcBef>
              <a:buFont typeface="Arial"/>
              <a:buChar char="•"/>
              <a:defRPr/>
            </a:pPr>
            <a:r>
              <a:rPr sz="1900" b="0">
                <a:solidFill>
                  <a:schemeClr val="accent5">
                    <a:lumMod val="75000"/>
                  </a:schemeClr>
                </a:solidFill>
              </a:rPr>
              <a:t>4-</a:t>
            </a:r>
            <a:r>
              <a:rPr lang="fr-FR" sz="1900" b="0">
                <a:solidFill>
                  <a:schemeClr val="accent5">
                    <a:lumMod val="75000"/>
                  </a:schemeClr>
                </a:solidFill>
              </a:rPr>
              <a:t> Sockets TCP/UDP </a:t>
            </a:r>
            <a:r>
              <a:rPr sz="1900" b="0">
                <a:solidFill>
                  <a:schemeClr val="accent5">
                    <a:lumMod val="75000"/>
                  </a:schemeClr>
                </a:solidFill>
              </a:rPr>
              <a:t>:</a:t>
            </a:r>
            <a:r>
              <a:rPr lang="fr-FR" sz="1900" b="0">
                <a:solidFill>
                  <a:schemeClr val="accent5">
                    <a:lumMod val="75000"/>
                  </a:schemeClr>
                </a:solidFill>
              </a:rPr>
              <a:t> la brique de base sous CHAQUE flèche du schéma</a:t>
            </a:r>
            <a:endParaRPr b="0"/>
          </a:p>
          <a:p>
            <a:pPr marL="457200" indent="-342900" algn="l">
              <a:lnSpc>
                <a:spcPct val="100000"/>
              </a:lnSpc>
              <a:spcBef>
                <a:spcPts val="599"/>
              </a:spcBef>
              <a:buFont typeface="Arial"/>
              <a:buChar char="•"/>
              <a:defRPr/>
            </a:pPr>
            <a:r>
              <a:rPr sz="1900" b="0">
                <a:solidFill>
                  <a:schemeClr val="accent5">
                    <a:lumMod val="75000"/>
                  </a:schemeClr>
                </a:solidFill>
              </a:rPr>
              <a:t>5-</a:t>
            </a:r>
            <a:r>
              <a:rPr lang="fr-FR" sz="1900" b="0">
                <a:solidFill>
                  <a:schemeClr val="accent5">
                    <a:lumMod val="75000"/>
                  </a:schemeClr>
                </a:solidFill>
              </a:rPr>
              <a:t> RPC / gRPC </a:t>
            </a:r>
            <a:r>
              <a:rPr sz="1900" b="0">
                <a:solidFill>
                  <a:schemeClr val="accent5">
                    <a:lumMod val="75000"/>
                  </a:schemeClr>
                </a:solidFill>
              </a:rPr>
              <a:t>:</a:t>
            </a:r>
            <a:r>
              <a:rPr lang="fr-FR" sz="1900" b="0">
                <a:solidFill>
                  <a:schemeClr val="accent5">
                    <a:lumMod val="75000"/>
                  </a:schemeClr>
                </a:solidFill>
              </a:rPr>
              <a:t> comment les services s'appellent entre eux</a:t>
            </a:r>
            <a:endParaRPr b="0"/>
          </a:p>
          <a:p>
            <a:pPr marL="457200" indent="-342900" algn="l">
              <a:lnSpc>
                <a:spcPct val="100000"/>
              </a:lnSpc>
              <a:spcBef>
                <a:spcPts val="599"/>
              </a:spcBef>
              <a:buFont typeface="Arial"/>
              <a:buChar char="•"/>
              <a:defRPr/>
            </a:pPr>
            <a:r>
              <a:rPr sz="1900" b="0">
                <a:solidFill>
                  <a:schemeClr val="accent5">
                    <a:lumMod val="75000"/>
                  </a:schemeClr>
                </a:solidFill>
              </a:rPr>
              <a:t>6-</a:t>
            </a:r>
            <a:r>
              <a:rPr lang="fr-FR" sz="1900" b="0">
                <a:solidFill>
                  <a:schemeClr val="accent5">
                    <a:lumMod val="75000"/>
                  </a:schemeClr>
                </a:solidFill>
              </a:rPr>
              <a:t> Passage de messages : le capteur publie un évènement dans le broker ; le service Notifications, abonné, alerte l'utilisateur </a:t>
            </a:r>
            <a:r>
              <a:rPr sz="1900" b="0">
                <a:solidFill>
                  <a:schemeClr val="accent5">
                    <a:lumMod val="75000"/>
                  </a:schemeClr>
                </a:solidFill>
              </a:rPr>
              <a:t>(s</a:t>
            </a:r>
            <a:r>
              <a:rPr lang="fr-FR" sz="1900" b="0">
                <a:solidFill>
                  <a:schemeClr val="accent5">
                    <a:lumMod val="75000"/>
                  </a:schemeClr>
                </a:solidFill>
              </a:rPr>
              <a:t>ans lien direct entre eux</a:t>
            </a:r>
            <a:r>
              <a:rPr sz="1900" b="0">
                <a:solidFill>
                  <a:schemeClr val="accent5">
                    <a:lumMod val="75000"/>
                  </a:schemeClr>
                </a:solidFill>
              </a:rPr>
              <a:t>)</a:t>
            </a:r>
            <a:endParaRPr b="0"/>
          </a:p>
          <a:p>
            <a:pPr marL="457200" indent="-342900" algn="l">
              <a:lnSpc>
                <a:spcPct val="100000"/>
              </a:lnSpc>
              <a:spcBef>
                <a:spcPts val="599"/>
              </a:spcBef>
              <a:buFont typeface="Arial"/>
              <a:buChar char="•"/>
              <a:defRPr/>
            </a:pPr>
            <a:r>
              <a:rPr sz="1900" b="0">
                <a:solidFill>
                  <a:schemeClr val="accent5">
                    <a:lumMod val="75000"/>
                  </a:schemeClr>
                </a:solidFill>
              </a:rPr>
              <a:t>7-</a:t>
            </a:r>
            <a:r>
              <a:rPr lang="fr-FR" sz="1900" b="0">
                <a:solidFill>
                  <a:schemeClr val="accent5">
                    <a:lumMod val="75000"/>
                  </a:schemeClr>
                </a:solidFill>
              </a:rPr>
              <a:t> Microservices </a:t>
            </a:r>
            <a:r>
              <a:rPr sz="1900" b="0">
                <a:solidFill>
                  <a:schemeClr val="accent5">
                    <a:lumMod val="75000"/>
                  </a:schemeClr>
                </a:solidFill>
              </a:rPr>
              <a:t>: </a:t>
            </a:r>
            <a:r>
              <a:rPr lang="fr-FR" sz="1900" b="0">
                <a:solidFill>
                  <a:schemeClr val="accent5">
                    <a:lumMod val="75000"/>
                  </a:schemeClr>
                </a:solidFill>
              </a:rPr>
              <a:t>architecture moderne, chaque service et sa base</a:t>
            </a:r>
            <a:endParaRPr b="0"/>
          </a:p>
        </p:txBody>
      </p:sp>
      <p:sp>
        <p:nvSpPr>
          <p:cNvPr id="1459112423" name="Slide Number"/>
          <p:cNvSpPr txBox="1">
            <a:spLocks noGrp="1"/>
          </p:cNvSpPr>
          <p:nvPr>
            <p:ph type="sldNum" sz="quarter" idx="2"/>
          </p:nvPr>
        </p:nvSpPr>
        <p:spPr bwMode="auto">
          <a:prstGeom prst="rect">
            <a:avLst/>
          </a:prstGeom>
        </p:spPr>
        <p:txBody>
          <a:bodyPr/>
          <a:lstStyle/>
          <a:p>
            <a:pPr>
              <a:defRPr/>
            </a:pPr>
            <a:fld id="{FA9564FA-5385-01AA-59EE-891A1F2B13C5}" type="slidenum">
              <a:rPr/>
              <a:t/>
            </a:fld>
            <a:endParaRPr/>
          </a:p>
        </p:txBody>
      </p:sp>
      <p:sp>
        <p:nvSpPr>
          <p:cNvPr id="480370467" name="Date"/>
          <p:cNvSpPr>
            <a:spLocks noGrp="1"/>
          </p:cNvSpPr>
          <p:nvPr>
            <p:ph type="dt" sz="half" idx="10"/>
          </p:nvPr>
        </p:nvSpPr>
        <p:spPr bwMode="auto"/>
        <p:txBody>
          <a:bodyPr/>
          <a:lstStyle/>
          <a:p>
            <a:pPr>
              <a:defRPr/>
            </a:pPr>
            <a:fld id="{044D8951-D05B-BC50-076A-7F13801C8E7E}" type="datetime1">
              <a:rPr lang="fr-FR"/>
              <a:t/>
            </a:fld>
            <a:endParaRPr/>
          </a:p>
        </p:txBody>
      </p:sp>
      <p:sp>
        <p:nvSpPr>
          <p:cNvPr id="466751590"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8364219"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548747089"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Organisation pratique et contenu du module</a:t>
            </a:r>
            <a:endParaRPr i="0"/>
          </a:p>
          <a:p>
            <a:pPr marL="457200" indent="-342900" algn="l">
              <a:lnSpc>
                <a:spcPct val="100000"/>
              </a:lnSpc>
              <a:spcBef>
                <a:spcPts val="999"/>
              </a:spcBef>
              <a:buFont typeface="Arial"/>
              <a:buChar char="•"/>
              <a:defRPr/>
            </a:pPr>
            <a:r>
              <a:rPr lang="fr-FR" sz="2200" b="1" i="0">
                <a:solidFill>
                  <a:schemeClr val="accent5">
                    <a:lumMod val="75000"/>
                  </a:schemeClr>
                </a:solidFill>
              </a:rPr>
              <a:t>Rappels : Internet et le modèle TCP/IP</a:t>
            </a:r>
            <a:endParaRPr/>
          </a:p>
          <a:p>
            <a:pPr marL="457200" indent="-342900" algn="l">
              <a:lnSpc>
                <a:spcPct val="100000"/>
              </a:lnSpc>
              <a:spcBef>
                <a:spcPts val="999"/>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999"/>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999"/>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999"/>
              </a:spcBef>
              <a:buFont typeface="Arial"/>
              <a:buChar char="•"/>
              <a:defRPr/>
            </a:pPr>
            <a:r>
              <a:rPr lang="fr-FR" sz="2200" b="0">
                <a:solidFill>
                  <a:schemeClr val="accent5">
                    <a:lumMod val="75000"/>
                  </a:schemeClr>
                </a:solidFill>
              </a:rPr>
              <a:t>Exercices</a:t>
            </a:r>
            <a:endParaRPr/>
          </a:p>
        </p:txBody>
      </p:sp>
      <p:sp>
        <p:nvSpPr>
          <p:cNvPr id="1384544864" name="Slide Number"/>
          <p:cNvSpPr txBox="1">
            <a:spLocks noGrp="1"/>
          </p:cNvSpPr>
          <p:nvPr>
            <p:ph type="sldNum" sz="quarter" idx="2"/>
          </p:nvPr>
        </p:nvSpPr>
        <p:spPr bwMode="auto">
          <a:prstGeom prst="rect">
            <a:avLst/>
          </a:prstGeom>
        </p:spPr>
        <p:txBody>
          <a:bodyPr/>
          <a:lstStyle/>
          <a:p>
            <a:pPr>
              <a:defRPr/>
            </a:pPr>
            <a:fld id="{8E2E50C7-E60A-C38A-FCA6-83DD3DCA4AAC}" type="slidenum">
              <a:rPr/>
              <a:t/>
            </a:fld>
            <a:endParaRPr/>
          </a:p>
        </p:txBody>
      </p:sp>
      <p:sp>
        <p:nvSpPr>
          <p:cNvPr id="143227753" name="Date"/>
          <p:cNvSpPr>
            <a:spLocks noGrp="1"/>
          </p:cNvSpPr>
          <p:nvPr>
            <p:ph type="dt" sz="half" idx="10"/>
          </p:nvPr>
        </p:nvSpPr>
        <p:spPr bwMode="auto"/>
        <p:txBody>
          <a:bodyPr/>
          <a:lstStyle/>
          <a:p>
            <a:pPr>
              <a:defRPr/>
            </a:pPr>
            <a:fld id="{43DDFEC6-64E0-3FA8-89EA-E947FFF0C3B7}" type="datetime1">
              <a:rPr lang="fr-FR"/>
              <a:t/>
            </a:fld>
            <a:endParaRPr/>
          </a:p>
        </p:txBody>
      </p:sp>
      <p:sp>
        <p:nvSpPr>
          <p:cNvPr id="225843634"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Rappels : Internet et le modèle TCP/IP</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visage de l'Internet (1)</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Un réseau de réseaux : logiciels et protocoles</a:t>
            </a:r>
            <a:endParaRPr/>
          </a:p>
          <a:p>
            <a:pPr marL="457200" indent="-342900" algn="l">
              <a:lnSpc>
                <a:spcPct val="100000"/>
              </a:lnSpc>
              <a:spcBef>
                <a:spcPts val="1000"/>
              </a:spcBef>
              <a:buFont typeface="Arial"/>
              <a:buChar char="•"/>
              <a:defRPr/>
            </a:pPr>
            <a:r>
              <a:rPr lang="fr-FR" sz="2200" b="0">
                <a:solidFill>
                  <a:schemeClr val="accent5">
                    <a:lumMod val="75000"/>
                  </a:schemeClr>
                </a:solidFill>
              </a:rPr>
              <a:t>Basé sur TCP/IP, fonctionne en mode Client/Serveur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Offre des services : web, mail, fichiers, streaming, visioconférence…</a:t>
            </a:r>
            <a:endParaRPr/>
          </a:p>
          <a:p>
            <a:pPr marL="457200" indent="-342900" algn="l">
              <a:lnSpc>
                <a:spcPct val="100000"/>
              </a:lnSpc>
              <a:spcBef>
                <a:spcPts val="1000"/>
              </a:spcBef>
              <a:buFont typeface="Arial"/>
              <a:buChar char="•"/>
              <a:defRPr/>
            </a:pPr>
            <a:r>
              <a:rPr lang="fr-FR" sz="2200" b="0">
                <a:solidFill>
                  <a:schemeClr val="accent5">
                    <a:lumMod val="75000"/>
                  </a:schemeClr>
                </a:solidFill>
              </a:rPr>
              <a:t>Une accumulation d'« inventions » : TCP/IP, noms et adresses, HTTP…</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visage de l'Internet (2)</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Construction « par le bas » : réseau local → campus → régional → mondial</a:t>
            </a:r>
            <a:endParaRPr/>
          </a:p>
          <a:p>
            <a:pPr marL="457200" indent="-342900" algn="l">
              <a:lnSpc>
                <a:spcPct val="100000"/>
              </a:lnSpc>
              <a:spcBef>
                <a:spcPts val="1000"/>
              </a:spcBef>
              <a:buFont typeface="Arial"/>
              <a:buChar char="•"/>
              <a:defRPr/>
            </a:pPr>
            <a:r>
              <a:rPr lang="fr-FR" sz="2200" b="1">
                <a:solidFill>
                  <a:schemeClr val="accent5">
                    <a:lumMod val="75000"/>
                  </a:schemeClr>
                </a:solidFill>
              </a:rPr>
              <a:t>Trois niveaux d'interconnexion :</a:t>
            </a:r>
            <a:endParaRPr/>
          </a:p>
          <a:p>
            <a:pPr marL="1028700" indent="-285750" algn="l">
              <a:lnSpc>
                <a:spcPct val="100000"/>
              </a:lnSpc>
              <a:spcBef>
                <a:spcPts val="1000"/>
              </a:spcBef>
              <a:buFont typeface="Arial"/>
              <a:buChar char="–"/>
              <a:defRPr/>
            </a:pPr>
            <a:r>
              <a:rPr lang="fr-FR" sz="1900" b="0">
                <a:solidFill>
                  <a:schemeClr val="accent5">
                    <a:lumMod val="75000"/>
                  </a:schemeClr>
                </a:solidFill>
              </a:rPr>
              <a:t>postes de travail (ordinateurs, terminaux…)</a:t>
            </a:r>
            <a:endParaRPr/>
          </a:p>
          <a:p>
            <a:pPr marL="1028700" indent="-285750" algn="l">
              <a:lnSpc>
                <a:spcPct val="100000"/>
              </a:lnSpc>
              <a:spcBef>
                <a:spcPts val="1000"/>
              </a:spcBef>
              <a:buFont typeface="Arial"/>
              <a:buChar char="–"/>
              <a:defRPr/>
            </a:pPr>
            <a:r>
              <a:rPr lang="fr-FR" sz="1900" b="0">
                <a:solidFill>
                  <a:schemeClr val="accent5">
                    <a:lumMod val="75000"/>
                  </a:schemeClr>
                </a:solidFill>
              </a:rPr>
              <a:t>liaisons physiques (cuivre, fibre, Wi-Fi, 4G/5G…)</a:t>
            </a:r>
            <a:endParaRPr/>
          </a:p>
          <a:p>
            <a:pPr marL="1028700" indent="-285750" algn="l">
              <a:lnSpc>
                <a:spcPct val="100000"/>
              </a:lnSpc>
              <a:spcBef>
                <a:spcPts val="1000"/>
              </a:spcBef>
              <a:buFont typeface="Arial"/>
              <a:buChar char="–"/>
              <a:defRPr/>
            </a:pPr>
            <a:r>
              <a:rPr lang="fr-FR" sz="1900" b="0">
                <a:solidFill>
                  <a:schemeClr val="accent5">
                    <a:lumMod val="75000"/>
                  </a:schemeClr>
                </a:solidFill>
              </a:rPr>
              <a:t>routeurs (équipements ou ordinateurs spécialisés)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286526862" name=""/>
          <p:cNvPicPr>
            <a:picLocks noChangeAspect="1"/>
          </p:cNvPicPr>
          <p:nvPr/>
        </p:nvPicPr>
        <p:blipFill>
          <a:blip r:embed="rId3"/>
          <a:stretch/>
        </p:blipFill>
        <p:spPr bwMode="auto">
          <a:xfrm flipH="0" flipV="0">
            <a:off x="6597081" y="3950048"/>
            <a:ext cx="4910798" cy="2455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visage de l'Internet (3)</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Un ensemble de systèmes autonomes (AS) hétérogènes interconnectés</a:t>
            </a:r>
            <a:endParaRPr/>
          </a:p>
          <a:p>
            <a:pPr marL="457200" indent="-342900" algn="l">
              <a:lnSpc>
                <a:spcPct val="100000"/>
              </a:lnSpc>
              <a:spcBef>
                <a:spcPts val="1000"/>
              </a:spcBef>
              <a:buFont typeface="Arial"/>
              <a:buChar char="•"/>
              <a:defRPr/>
            </a:pPr>
            <a:r>
              <a:rPr lang="fr-FR" sz="2200" b="0">
                <a:solidFill>
                  <a:schemeClr val="accent5">
                    <a:lumMod val="75000"/>
                  </a:schemeClr>
                </a:solidFill>
              </a:rPr>
              <a:t>Organisation hiérarchique autour de plusieurs dorsales (backbones)</a:t>
            </a:r>
            <a:endParaRPr/>
          </a:p>
          <a:p>
            <a:pPr marL="457200" indent="-342900" algn="l">
              <a:lnSpc>
                <a:spcPct val="100000"/>
              </a:lnSpc>
              <a:spcBef>
                <a:spcPts val="1000"/>
              </a:spcBef>
              <a:buFont typeface="Arial"/>
              <a:buChar char="•"/>
              <a:defRPr/>
            </a:pPr>
            <a:r>
              <a:rPr lang="fr-FR" sz="2200" b="0">
                <a:solidFill>
                  <a:schemeClr val="accent5">
                    <a:lumMod val="75000"/>
                  </a:schemeClr>
                </a:solidFill>
              </a:rPr>
              <a:t>Points d'échange entre opérateurs (IXP)</a:t>
            </a:r>
            <a:endParaRPr/>
          </a:p>
          <a:p>
            <a:pPr marL="457200" indent="-342900" algn="l">
              <a:lnSpc>
                <a:spcPct val="100000"/>
              </a:lnSpc>
              <a:spcBef>
                <a:spcPts val="1000"/>
              </a:spcBef>
              <a:buFont typeface="Arial"/>
              <a:buChar char="•"/>
              <a:defRPr/>
            </a:pPr>
            <a:r>
              <a:rPr lang="fr-FR" sz="2200" b="0">
                <a:solidFill>
                  <a:schemeClr val="accent5">
                    <a:lumMod val="75000"/>
                  </a:schemeClr>
                </a:solidFill>
              </a:rPr>
              <a:t>Maîtres-mots : hétérogénéité, passage à l'échelle, Client/Serveur</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L'architecture TCP/IP (1)</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Une version simplifiée du modèle OSI</a:t>
            </a:r>
            <a:endParaRPr/>
          </a:p>
          <a:p>
            <a:pPr marL="457200" indent="-342900" algn="l">
              <a:lnSpc>
                <a:spcPct val="100000"/>
              </a:lnSpc>
              <a:spcBef>
                <a:spcPts val="1000"/>
              </a:spcBef>
              <a:buFont typeface="Arial"/>
              <a:buChar char="•"/>
              <a:defRPr/>
            </a:pPr>
            <a:r>
              <a:rPr lang="fr-FR" sz="2200" b="0">
                <a:solidFill>
                  <a:schemeClr val="accent5">
                    <a:lumMod val="75000"/>
                  </a:schemeClr>
                </a:solidFill>
              </a:rPr>
              <a:t>Application : HTTP/S, DNS, SMTP… ; Transport : TCP, UDP, QUIC</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Réseau : IP (IPv4 et IPv6) ; Liaison/physique : Ethernet, Wi-Fi…</a:t>
            </a:r>
            <a:endParaRPr/>
          </a:p>
          <a:p>
            <a:pPr marL="457200" indent="-342900" algn="l">
              <a:lnSpc>
                <a:spcPct val="100000"/>
              </a:lnSpc>
              <a:spcBef>
                <a:spcPts val="1000"/>
              </a:spcBef>
              <a:buFont typeface="Arial"/>
              <a:buChar char="•"/>
              <a:defRPr/>
            </a:pPr>
            <a:r>
              <a:rPr lang="fr-FR" sz="2200" b="0">
                <a:solidFill>
                  <a:schemeClr val="accent5">
                    <a:lumMod val="75000"/>
                  </a:schemeClr>
                </a:solidFill>
              </a:rPr>
              <a:t>TCP : fiable et connecté ; UDP : non garanti et non connecté</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L'architecture TCP/IP — le modèle en couches</a:t>
            </a:r>
            <a:endParaRPr/>
          </a:p>
        </p:txBody>
      </p:sp>
      <p:pic>
        <p:nvPicPr>
          <p:cNvPr id="9012" name="img3"/>
          <p:cNvPicPr>
            <a:picLocks noChangeAspect="1"/>
          </p:cNvPicPr>
          <p:nvPr/>
        </p:nvPicPr>
        <p:blipFill>
          <a:blip r:embed="rId3"/>
          <a:stretch/>
        </p:blipFill>
        <p:spPr bwMode="auto">
          <a:xfrm>
            <a:off x="1959098" y="1783080"/>
            <a:ext cx="8273801"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L'architecture TCP/IP — encapsulation des données</a:t>
            </a:r>
            <a:endParaRPr/>
          </a:p>
        </p:txBody>
      </p:sp>
      <p:pic>
        <p:nvPicPr>
          <p:cNvPr id="9012" name="img2"/>
          <p:cNvPicPr>
            <a:picLocks noChangeAspect="1"/>
          </p:cNvPicPr>
          <p:nvPr/>
        </p:nvPicPr>
        <p:blipFill>
          <a:blip r:embed="rId3"/>
          <a:stretch/>
        </p:blipFill>
        <p:spPr bwMode="auto">
          <a:xfrm>
            <a:off x="1798674" y="1783080"/>
            <a:ext cx="8594651"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L'architecture TCP/IP — deux machines, même sous-réseau</a:t>
            </a:r>
            <a:endParaRPr/>
          </a:p>
        </p:txBody>
      </p:sp>
      <p:pic>
        <p:nvPicPr>
          <p:cNvPr id="9012" name="img4"/>
          <p:cNvPicPr>
            <a:picLocks noChangeAspect="1"/>
          </p:cNvPicPr>
          <p:nvPr/>
        </p:nvPicPr>
        <p:blipFill>
          <a:blip r:embed="rId3"/>
          <a:stretch/>
        </p:blipFill>
        <p:spPr bwMode="auto">
          <a:xfrm>
            <a:off x="1703142" y="1783080"/>
            <a:ext cx="8785715"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L'architecture TCP/IP — hétérogénéité des sous-réseaux</a:t>
            </a:r>
            <a:endParaRPr/>
          </a:p>
        </p:txBody>
      </p:sp>
      <p:pic>
        <p:nvPicPr>
          <p:cNvPr id="9012" name="img5"/>
          <p:cNvPicPr>
            <a:picLocks noChangeAspect="1"/>
          </p:cNvPicPr>
          <p:nvPr/>
        </p:nvPicPr>
        <p:blipFill>
          <a:blip r:embed="rId3"/>
          <a:stretch/>
        </p:blipFill>
        <p:spPr bwMode="auto">
          <a:xfrm>
            <a:off x="1558113" y="1783080"/>
            <a:ext cx="9075774"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 couche réseau : IP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Achemine des datagrammes de proche en proche (mode non connecté)</a:t>
            </a:r>
            <a:endParaRPr/>
          </a:p>
          <a:p>
            <a:pPr marL="457200" indent="-342900" algn="l">
              <a:lnSpc>
                <a:spcPct val="100000"/>
              </a:lnSpc>
              <a:spcBef>
                <a:spcPts val="1000"/>
              </a:spcBef>
              <a:buFont typeface="Arial"/>
              <a:buChar char="•"/>
              <a:defRPr/>
            </a:pPr>
            <a:r>
              <a:rPr lang="fr-FR" sz="2200" b="0">
                <a:solidFill>
                  <a:schemeClr val="accent5">
                    <a:lumMod val="75000"/>
                  </a:schemeClr>
                </a:solidFill>
              </a:rPr>
              <a:t>Service best-effort : pas de garantie, mais simple et robuste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routage est assuré par les routeurs</a:t>
            </a:r>
            <a:endParaRPr/>
          </a:p>
          <a:p>
            <a:pPr marL="457200" indent="-342900" algn="l">
              <a:lnSpc>
                <a:spcPct val="100000"/>
              </a:lnSpc>
              <a:spcBef>
                <a:spcPts val="1000"/>
              </a:spcBef>
              <a:buFont typeface="Arial"/>
              <a:buChar char="•"/>
              <a:defRPr/>
            </a:pPr>
            <a:r>
              <a:rPr lang="fr-FR" sz="2200" b="0">
                <a:solidFill>
                  <a:schemeClr val="accent5">
                    <a:lumMod val="75000"/>
                  </a:schemeClr>
                </a:solidFill>
              </a:rPr>
              <a:t>IPv6 (128 bits) déployé à côté d'IPv4 — fonctionnement en double pile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 couche transport : TCP / UDP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Communication de bout en bout, présente uniquement aux extrémités</a:t>
            </a:r>
            <a:endParaRPr/>
          </a:p>
          <a:p>
            <a:pPr marL="457200" indent="-342900" algn="l">
              <a:lnSpc>
                <a:spcPct val="100000"/>
              </a:lnSpc>
              <a:spcBef>
                <a:spcPts val="1000"/>
              </a:spcBef>
              <a:buFont typeface="Arial"/>
              <a:buChar char="•"/>
              <a:defRPr/>
            </a:pPr>
            <a:r>
              <a:rPr lang="fr-FR" sz="2200" b="0">
                <a:solidFill>
                  <a:schemeClr val="accent5">
                    <a:lumMod val="75000"/>
                  </a:schemeClr>
                </a:solidFill>
              </a:rPr>
              <a:t>TCP : fiable et connecté (retransmission, séquencement, contrôle de flux)</a:t>
            </a:r>
            <a:endParaRPr/>
          </a:p>
          <a:p>
            <a:pPr marL="457200" indent="-342900" algn="l">
              <a:lnSpc>
                <a:spcPct val="100000"/>
              </a:lnSpc>
              <a:spcBef>
                <a:spcPts val="1000"/>
              </a:spcBef>
              <a:buFont typeface="Arial"/>
              <a:buChar char="•"/>
              <a:defRPr/>
            </a:pPr>
            <a:r>
              <a:rPr lang="fr-FR" sz="2200" b="0">
                <a:solidFill>
                  <a:schemeClr val="accent5">
                    <a:lumMod val="75000"/>
                  </a:schemeClr>
                </a:solidFill>
              </a:rPr>
              <a:t>UDP : non fiable, non connecté, faible latence</a:t>
            </a:r>
            <a:endParaRPr/>
          </a:p>
          <a:p>
            <a:pPr marL="457200" indent="-342900" algn="l">
              <a:lnSpc>
                <a:spcPct val="100000"/>
              </a:lnSpc>
              <a:spcBef>
                <a:spcPts val="1000"/>
              </a:spcBef>
              <a:buFont typeface="Arial"/>
              <a:buChar char="•"/>
              <a:defRPr/>
            </a:pPr>
            <a:r>
              <a:rPr lang="fr-FR" sz="2200" b="0">
                <a:solidFill>
                  <a:schemeClr val="accent5">
                    <a:lumMod val="75000"/>
                  </a:schemeClr>
                </a:solidFill>
              </a:rPr>
              <a:t>QUIC : transport moderne au-dessus d'UDP, base de HTTP/3</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Identification des protocoles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877945815" name=""/>
          <p:cNvPicPr>
            <a:picLocks noChangeAspect="1"/>
          </p:cNvPicPr>
          <p:nvPr/>
        </p:nvPicPr>
        <p:blipFill>
          <a:blip r:embed="rId3"/>
          <a:stretch/>
        </p:blipFill>
        <p:spPr bwMode="auto">
          <a:xfrm flipH="0" flipV="0">
            <a:off x="1904999" y="1584708"/>
            <a:ext cx="8411999" cy="48725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8685038" name="Title"/>
          <p:cNvSpPr txBox="1">
            <a:spLocks noGrp="1"/>
          </p:cNvSpPr>
          <p:nvPr>
            <p:ph type="title"/>
          </p:nvPr>
        </p:nvSpPr>
        <p:spPr bwMode="auto">
          <a:prstGeom prst="rect">
            <a:avLst/>
          </a:prstGeom>
        </p:spPr>
        <p:txBody>
          <a:bodyPr>
            <a:normAutofit/>
          </a:bodyPr>
          <a:lstStyle/>
          <a:p>
            <a:pPr>
              <a:defRPr/>
            </a:pPr>
            <a:r>
              <a:rPr lang="fr-FR"/>
              <a:t>Identification des protocoles</a:t>
            </a:r>
            <a:endParaRPr/>
          </a:p>
        </p:txBody>
      </p:sp>
      <p:sp>
        <p:nvSpPr>
          <p:cNvPr id="1305703904"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EtherType (trame) → protocole réseau ; champ Protocol (IP) → transport</a:t>
            </a:r>
            <a:endParaRPr/>
          </a:p>
          <a:p>
            <a:pPr marL="457200" indent="-342900" algn="l">
              <a:lnSpc>
                <a:spcPct val="100000"/>
              </a:lnSpc>
              <a:spcBef>
                <a:spcPts val="999"/>
              </a:spcBef>
              <a:buFont typeface="Arial"/>
              <a:buChar char="•"/>
              <a:defRPr/>
            </a:pPr>
            <a:r>
              <a:rPr lang="fr-FR" sz="2200" b="0">
                <a:solidFill>
                  <a:schemeClr val="accent5">
                    <a:lumMod val="75000"/>
                  </a:schemeClr>
                </a:solidFill>
              </a:rPr>
              <a:t>Numéro de port (TCP/UDP, 16 bits) → application</a:t>
            </a:r>
            <a:endParaRPr/>
          </a:p>
          <a:p>
            <a:pPr marL="457200" indent="-342900" algn="l">
              <a:lnSpc>
                <a:spcPct val="100000"/>
              </a:lnSpc>
              <a:spcBef>
                <a:spcPts val="999"/>
              </a:spcBef>
              <a:buFont typeface="Arial"/>
              <a:buChar char="•"/>
              <a:defRPr/>
            </a:pPr>
            <a:r>
              <a:rPr lang="fr-FR" sz="2200" b="0">
                <a:solidFill>
                  <a:schemeClr val="accent5">
                    <a:lumMod val="75000"/>
                  </a:schemeClr>
                </a:solidFill>
              </a:rPr>
              <a:t>Adresse de transport = adresse IP + port = adresse de socket</a:t>
            </a:r>
            <a:endParaRPr/>
          </a:p>
          <a:p>
            <a:pPr marL="457200" indent="-342900" algn="l">
              <a:lnSpc>
                <a:spcPct val="100000"/>
              </a:lnSpc>
              <a:spcBef>
                <a:spcPts val="999"/>
              </a:spcBef>
              <a:buFont typeface="Arial"/>
              <a:buChar char="•"/>
              <a:defRPr/>
            </a:pPr>
            <a:r>
              <a:rPr lang="fr-FR" sz="2200" b="0">
                <a:solidFill>
                  <a:schemeClr val="accent5">
                    <a:lumMod val="75000"/>
                  </a:schemeClr>
                </a:solidFill>
              </a:rPr>
              <a:t>Une connexion = quintuplé (proto, @src, port src, @dst, port dst)</a:t>
            </a:r>
            <a:endParaRPr/>
          </a:p>
        </p:txBody>
      </p:sp>
      <p:sp>
        <p:nvSpPr>
          <p:cNvPr id="549044093" name="Slide Number"/>
          <p:cNvSpPr txBox="1">
            <a:spLocks noGrp="1"/>
          </p:cNvSpPr>
          <p:nvPr>
            <p:ph type="sldNum" sz="quarter" idx="2"/>
          </p:nvPr>
        </p:nvSpPr>
        <p:spPr bwMode="auto">
          <a:prstGeom prst="rect">
            <a:avLst/>
          </a:prstGeom>
        </p:spPr>
        <p:txBody>
          <a:bodyPr/>
          <a:lstStyle/>
          <a:p>
            <a:pPr>
              <a:defRPr/>
            </a:pPr>
            <a:fld id="{44FEB3DF-8256-F827-45D6-7AD7D68D594B}" type="slidenum">
              <a:rPr/>
              <a:t/>
            </a:fld>
            <a:endParaRPr/>
          </a:p>
        </p:txBody>
      </p:sp>
      <p:sp>
        <p:nvSpPr>
          <p:cNvPr id="1996516602" name="Date"/>
          <p:cNvSpPr>
            <a:spLocks noGrp="1"/>
          </p:cNvSpPr>
          <p:nvPr>
            <p:ph type="dt" sz="half" idx="10"/>
          </p:nvPr>
        </p:nvSpPr>
        <p:spPr bwMode="auto"/>
        <p:txBody>
          <a:bodyPr/>
          <a:lstStyle/>
          <a:p>
            <a:pPr>
              <a:defRPr/>
            </a:pPr>
            <a:fld id="{496AF17A-8F1F-A869-59A7-2E0FCFC9329F}" type="datetime1">
              <a:rPr lang="fr-FR"/>
              <a:t/>
            </a:fld>
            <a:endParaRPr/>
          </a:p>
        </p:txBody>
      </p:sp>
      <p:sp>
        <p:nvSpPr>
          <p:cNvPr id="1599919635"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Ports et multiplexage</a:t>
            </a:r>
            <a:endParaRPr/>
          </a:p>
        </p:txBody>
      </p:sp>
      <p:sp>
        <p:nvSpPr>
          <p:cNvPr id="9011" name="Content"/>
          <p:cNvSpPr>
            <a:spLocks noGrp="1"/>
          </p:cNvSpPr>
          <p:nvPr>
            <p:ph idx="1"/>
          </p:nvPr>
        </p:nvSpPr>
        <p:spPr bwMode="auto">
          <a:xfrm flipH="0" flipV="0">
            <a:off x="838198" y="1825624"/>
            <a:ext cx="4226442" cy="4351338"/>
          </a:xfrm>
        </p:spPr>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Les ports inférieurs à 1024 sont réservés (well-known)</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Une socket : @IP, port</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699352334" name=""/>
          <p:cNvPicPr>
            <a:picLocks noChangeAspect="1"/>
          </p:cNvPicPr>
          <p:nvPr/>
        </p:nvPicPr>
        <p:blipFill>
          <a:blip r:embed="rId3"/>
          <a:stretch/>
        </p:blipFill>
        <p:spPr bwMode="auto">
          <a:xfrm>
            <a:off x="6156881" y="2291555"/>
            <a:ext cx="5457824" cy="3419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6857111" name="Title"/>
          <p:cNvSpPr txBox="1">
            <a:spLocks noGrp="1"/>
          </p:cNvSpPr>
          <p:nvPr>
            <p:ph type="title"/>
          </p:nvPr>
        </p:nvSpPr>
        <p:spPr bwMode="auto">
          <a:prstGeom prst="rect">
            <a:avLst/>
          </a:prstGeom>
        </p:spPr>
        <p:txBody>
          <a:bodyPr>
            <a:normAutofit/>
          </a:bodyPr>
          <a:lstStyle/>
          <a:p>
            <a:pPr>
              <a:defRPr/>
            </a:pPr>
            <a:r>
              <a:rPr lang="fr-FR"/>
              <a:t>Ports et multiplexage</a:t>
            </a:r>
            <a:endParaRPr/>
          </a:p>
        </p:txBody>
      </p:sp>
      <p:sp>
        <p:nvSpPr>
          <p:cNvPr id="1496319797" name="Content"/>
          <p:cNvSpPr>
            <a:spLocks noGrp="1"/>
          </p:cNvSpPr>
          <p:nvPr>
            <p:ph idx="1"/>
          </p:nvPr>
        </p:nvSpPr>
        <p:spPr bwMode="auto">
          <a:xfrm flipH="0" flipV="0">
            <a:off x="838198" y="1825623"/>
            <a:ext cx="4226441" cy="4351338"/>
          </a:xfrm>
        </p:spPr>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Les ports inférieurs à 1024 sont réservés (well-known)</a:t>
            </a:r>
            <a:endParaRPr/>
          </a:p>
          <a:p>
            <a:pPr marL="457200" indent="-342900" algn="l">
              <a:lnSpc>
                <a:spcPct val="100000"/>
              </a:lnSpc>
              <a:spcBef>
                <a:spcPts val="999"/>
              </a:spcBef>
              <a:buFont typeface="Arial"/>
              <a:buChar char="•"/>
              <a:defRPr/>
            </a:pPr>
            <a:r>
              <a:rPr lang="fr-FR" sz="2200" b="0">
                <a:solidFill>
                  <a:schemeClr val="accent5">
                    <a:lumMod val="75000"/>
                  </a:schemeClr>
                </a:solidFill>
              </a:rPr>
              <a:t>Multiplexage/démultiplexage des connexions au niveau transport</a:t>
            </a:r>
            <a:endParaRPr/>
          </a:p>
          <a:p>
            <a:pPr marL="457200" indent="-342900" algn="l">
              <a:lnSpc>
                <a:spcPct val="100000"/>
              </a:lnSpc>
              <a:spcBef>
                <a:spcPts val="999"/>
              </a:spcBef>
              <a:buFont typeface="Arial"/>
              <a:buChar char="•"/>
              <a:defRPr/>
            </a:pPr>
            <a:r>
              <a:rPr lang="fr-FR" sz="2200" b="0">
                <a:solidFill>
                  <a:schemeClr val="accent5">
                    <a:lumMod val="75000"/>
                  </a:schemeClr>
                </a:solidFill>
              </a:rPr>
              <a:t>Plusieurs connexions peuvent aboutir à la même socket d'écoute</a:t>
            </a:r>
            <a:endParaRPr/>
          </a:p>
          <a:p>
            <a:pPr marL="457200" indent="-342900" algn="l">
              <a:lnSpc>
                <a:spcPct val="100000"/>
              </a:lnSpc>
              <a:spcBef>
                <a:spcPts val="999"/>
              </a:spcBef>
              <a:buFont typeface="Arial"/>
              <a:buChar char="•"/>
              <a:defRPr/>
            </a:pPr>
            <a:r>
              <a:rPr lang="fr-FR" sz="2200" b="0">
                <a:solidFill>
                  <a:schemeClr val="accent5">
                    <a:lumMod val="75000"/>
                  </a:schemeClr>
                </a:solidFill>
              </a:rPr>
              <a:t>Exemples : 22 SSH, 53 DNS, 443 HTTPS</a:t>
            </a:r>
            <a:endParaRPr/>
          </a:p>
        </p:txBody>
      </p:sp>
      <p:sp>
        <p:nvSpPr>
          <p:cNvPr id="850641878" name="Slide Number"/>
          <p:cNvSpPr txBox="1">
            <a:spLocks noGrp="1"/>
          </p:cNvSpPr>
          <p:nvPr>
            <p:ph type="sldNum" sz="quarter" idx="2"/>
          </p:nvPr>
        </p:nvSpPr>
        <p:spPr bwMode="auto">
          <a:prstGeom prst="rect">
            <a:avLst/>
          </a:prstGeom>
        </p:spPr>
        <p:txBody>
          <a:bodyPr/>
          <a:lstStyle/>
          <a:p>
            <a:pPr>
              <a:defRPr/>
            </a:pPr>
            <a:fld id="{40D4BF64-F6EB-688D-AF57-5A815B969654}" type="slidenum">
              <a:rPr/>
              <a:t/>
            </a:fld>
            <a:endParaRPr/>
          </a:p>
        </p:txBody>
      </p:sp>
      <p:sp>
        <p:nvSpPr>
          <p:cNvPr id="1630726899" name="Date"/>
          <p:cNvSpPr>
            <a:spLocks noGrp="1"/>
          </p:cNvSpPr>
          <p:nvPr>
            <p:ph type="dt" sz="half" idx="10"/>
          </p:nvPr>
        </p:nvSpPr>
        <p:spPr bwMode="auto"/>
        <p:txBody>
          <a:bodyPr/>
          <a:lstStyle/>
          <a:p>
            <a:pPr>
              <a:defRPr/>
            </a:pPr>
            <a:fld id="{87A05CDF-A00C-A13F-E8E0-798883ABDAAB}" type="datetime1">
              <a:rPr lang="fr-FR"/>
              <a:t/>
            </a:fld>
            <a:endParaRPr/>
          </a:p>
        </p:txBody>
      </p:sp>
      <p:sp>
        <p:nvSpPr>
          <p:cNvPr id="279958313" name="Footer"/>
          <p:cNvSpPr>
            <a:spLocks noGrp="1"/>
          </p:cNvSpPr>
          <p:nvPr>
            <p:ph type="ftr" sz="quarter" idx="11"/>
          </p:nvPr>
        </p:nvSpPr>
        <p:spPr bwMode="auto"/>
        <p:txBody>
          <a:bodyPr/>
          <a:lstStyle/>
          <a:p>
            <a:pPr>
              <a:defRPr/>
            </a:pPr>
            <a:r>
              <a:rPr/>
              <a:t>CM | LD</a:t>
            </a:r>
            <a:endParaRPr/>
          </a:p>
        </p:txBody>
      </p:sp>
      <p:pic>
        <p:nvPicPr>
          <p:cNvPr id="587097789" name=""/>
          <p:cNvPicPr>
            <a:picLocks noChangeAspect="1"/>
          </p:cNvPicPr>
          <p:nvPr/>
        </p:nvPicPr>
        <p:blipFill>
          <a:blip r:embed="rId3"/>
          <a:stretch/>
        </p:blipFill>
        <p:spPr bwMode="auto">
          <a:xfrm flipH="0" flipV="0">
            <a:off x="5551713" y="1935615"/>
            <a:ext cx="6479784" cy="372964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protocole UDP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RFC 768 — le protocole de transport le plus simple</a:t>
            </a:r>
            <a:endParaRPr/>
          </a:p>
          <a:p>
            <a:pPr marL="457200" indent="-342900" algn="l">
              <a:lnSpc>
                <a:spcPct val="100000"/>
              </a:lnSpc>
              <a:spcBef>
                <a:spcPts val="1000"/>
              </a:spcBef>
              <a:buFont typeface="Arial"/>
              <a:buChar char="•"/>
              <a:defRPr/>
            </a:pPr>
            <a:r>
              <a:rPr lang="fr-FR" sz="2200" b="0">
                <a:solidFill>
                  <a:schemeClr val="accent5">
                    <a:lumMod val="75000"/>
                  </a:schemeClr>
                </a:solidFill>
              </a:rPr>
              <a:t>Best-effort : datagrammes perdus ou déséquencés possibles</a:t>
            </a:r>
            <a:endParaRPr/>
          </a:p>
          <a:p>
            <a:pPr marL="457200" indent="-342900" algn="l">
              <a:lnSpc>
                <a:spcPct val="100000"/>
              </a:lnSpc>
              <a:spcBef>
                <a:spcPts val="1000"/>
              </a:spcBef>
              <a:buFont typeface="Arial"/>
              <a:buChar char="•"/>
              <a:defRPr/>
            </a:pPr>
            <a:r>
              <a:rPr lang="fr-FR" sz="2200" b="0">
                <a:solidFill>
                  <a:schemeClr val="accent5">
                    <a:lumMod val="75000"/>
                  </a:schemeClr>
                </a:solidFill>
              </a:rPr>
              <a:t>Mode non connecté : chaque datagramme est traité indépendamment</a:t>
            </a:r>
            <a:endParaRPr/>
          </a:p>
          <a:p>
            <a:pPr marL="457200" indent="-342900" algn="l">
              <a:lnSpc>
                <a:spcPct val="100000"/>
              </a:lnSpc>
              <a:spcBef>
                <a:spcPts val="1000"/>
              </a:spcBef>
              <a:buFont typeface="Arial"/>
              <a:buChar char="•"/>
              <a:defRPr/>
            </a:pPr>
            <a:r>
              <a:rPr lang="fr-FR" sz="2200" b="0">
                <a:solidFill>
                  <a:schemeClr val="accent5">
                    <a:lumMod val="75000"/>
                  </a:schemeClr>
                </a:solidFill>
              </a:rPr>
              <a:t>En-tête réduit : ports, longueur, somme de contrôle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utilisations d'UDP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Applications tolérant des pertes ou sensibles à la latence</a:t>
            </a:r>
            <a:endParaRPr/>
          </a:p>
          <a:p>
            <a:pPr marL="457200" indent="-342900" algn="l">
              <a:lnSpc>
                <a:spcPct val="100000"/>
              </a:lnSpc>
              <a:spcBef>
                <a:spcPts val="1000"/>
              </a:spcBef>
              <a:buFont typeface="Arial"/>
              <a:buChar char="•"/>
              <a:defRPr/>
            </a:pPr>
            <a:r>
              <a:rPr lang="fr-FR" sz="2200" b="0">
                <a:solidFill>
                  <a:schemeClr val="accent5">
                    <a:lumMod val="75000"/>
                  </a:schemeClr>
                </a:solidFill>
              </a:rPr>
              <a:t>DNS, DHCP, voix et vidéo temps réel, jeux en ligne</a:t>
            </a:r>
            <a:endParaRPr/>
          </a:p>
          <a:p>
            <a:pPr marL="457200" indent="-342900" algn="l">
              <a:lnSpc>
                <a:spcPct val="100000"/>
              </a:lnSpc>
              <a:spcBef>
                <a:spcPts val="1000"/>
              </a:spcBef>
              <a:buFont typeface="Arial"/>
              <a:buChar char="•"/>
              <a:defRPr/>
            </a:pPr>
            <a:r>
              <a:rPr lang="fr-FR" sz="2200" b="0">
                <a:solidFill>
                  <a:schemeClr val="accent5">
                    <a:lumMod val="75000"/>
                  </a:schemeClr>
                </a:solidFill>
              </a:rPr>
              <a:t>Fiabilité éventuellement gérée au niveau applicatif</a:t>
            </a:r>
            <a:endParaRPr/>
          </a:p>
          <a:p>
            <a:pPr marL="457200" indent="-342900" algn="l">
              <a:lnSpc>
                <a:spcPct val="100000"/>
              </a:lnSpc>
              <a:spcBef>
                <a:spcPts val="1000"/>
              </a:spcBef>
              <a:buFont typeface="Arial"/>
              <a:buChar char="•"/>
              <a:defRPr/>
            </a:pPr>
            <a:r>
              <a:rPr lang="fr-FR" sz="2200" b="0">
                <a:solidFill>
                  <a:schemeClr val="accent5">
                    <a:lumMod val="75000"/>
                  </a:schemeClr>
                </a:solidFill>
              </a:rPr>
              <a:t>QUIC ajoute fiabilité et chiffrement au-dessus d'UDP</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2919554" name="Title"/>
          <p:cNvSpPr txBox="1">
            <a:spLocks noGrp="1"/>
          </p:cNvSpPr>
          <p:nvPr>
            <p:ph type="title"/>
          </p:nvPr>
        </p:nvSpPr>
        <p:spPr bwMode="auto">
          <a:prstGeom prst="rect">
            <a:avLst/>
          </a:prstGeom>
        </p:spPr>
        <p:txBody>
          <a:bodyPr>
            <a:normAutofit/>
          </a:bodyPr>
          <a:lstStyle/>
          <a:p>
            <a:pPr>
              <a:defRPr/>
            </a:pPr>
            <a:r>
              <a:rPr lang="fr-FR"/>
              <a:t>Les utilisations d'UDP</a:t>
            </a:r>
            <a:endParaRPr/>
          </a:p>
        </p:txBody>
      </p:sp>
      <p:sp>
        <p:nvSpPr>
          <p:cNvPr id="686826562" name="Slide Number"/>
          <p:cNvSpPr txBox="1">
            <a:spLocks noGrp="1"/>
          </p:cNvSpPr>
          <p:nvPr>
            <p:ph type="sldNum" sz="quarter" idx="2"/>
          </p:nvPr>
        </p:nvSpPr>
        <p:spPr bwMode="auto">
          <a:prstGeom prst="rect">
            <a:avLst/>
          </a:prstGeom>
        </p:spPr>
        <p:txBody>
          <a:bodyPr/>
          <a:lstStyle/>
          <a:p>
            <a:pPr>
              <a:defRPr/>
            </a:pPr>
            <a:fld id="{99A9D197-EFC7-A491-32E3-1C3BBD44216B}" type="slidenum">
              <a:rPr/>
              <a:t/>
            </a:fld>
            <a:endParaRPr/>
          </a:p>
        </p:txBody>
      </p:sp>
      <p:sp>
        <p:nvSpPr>
          <p:cNvPr id="1388432687" name="Date"/>
          <p:cNvSpPr>
            <a:spLocks noGrp="1"/>
          </p:cNvSpPr>
          <p:nvPr>
            <p:ph type="dt" sz="half" idx="10"/>
          </p:nvPr>
        </p:nvSpPr>
        <p:spPr bwMode="auto"/>
        <p:txBody>
          <a:bodyPr/>
          <a:lstStyle/>
          <a:p>
            <a:pPr>
              <a:defRPr/>
            </a:pPr>
            <a:fld id="{B3A2BEA7-D0F4-9B3A-4DF5-6D1EE3836BF2}" type="datetime1">
              <a:rPr lang="fr-FR"/>
              <a:t/>
            </a:fld>
            <a:endParaRPr/>
          </a:p>
        </p:txBody>
      </p:sp>
      <p:sp>
        <p:nvSpPr>
          <p:cNvPr id="1519762659" name="Footer"/>
          <p:cNvSpPr>
            <a:spLocks noGrp="1"/>
          </p:cNvSpPr>
          <p:nvPr>
            <p:ph type="ftr" sz="quarter" idx="11"/>
          </p:nvPr>
        </p:nvSpPr>
        <p:spPr bwMode="auto"/>
        <p:txBody>
          <a:bodyPr/>
          <a:lstStyle/>
          <a:p>
            <a:pPr>
              <a:defRPr/>
            </a:pPr>
            <a:r>
              <a:rPr/>
              <a:t>CM | LD</a:t>
            </a:r>
            <a:endParaRPr/>
          </a:p>
        </p:txBody>
      </p:sp>
      <p:pic>
        <p:nvPicPr>
          <p:cNvPr id="751690702" name=""/>
          <p:cNvPicPr>
            <a:picLocks noChangeAspect="1"/>
          </p:cNvPicPr>
          <p:nvPr/>
        </p:nvPicPr>
        <p:blipFill>
          <a:blip r:embed="rId3"/>
          <a:stretch/>
        </p:blipFill>
        <p:spPr bwMode="auto">
          <a:xfrm flipH="0" flipV="0">
            <a:off x="2340428" y="1553482"/>
            <a:ext cx="8191288" cy="462642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824309" name="Title"/>
          <p:cNvSpPr txBox="1">
            <a:spLocks noGrp="1"/>
          </p:cNvSpPr>
          <p:nvPr>
            <p:ph type="title"/>
          </p:nvPr>
        </p:nvSpPr>
        <p:spPr bwMode="auto">
          <a:prstGeom prst="rect">
            <a:avLst/>
          </a:prstGeom>
        </p:spPr>
        <p:txBody>
          <a:bodyPr>
            <a:normAutofit/>
          </a:bodyPr>
          <a:lstStyle/>
          <a:p>
            <a:pPr>
              <a:defRPr/>
            </a:pPr>
            <a:r>
              <a:rPr/>
              <a:t>Quick</a:t>
            </a:r>
            <a:endParaRPr/>
          </a:p>
        </p:txBody>
      </p:sp>
      <p:sp>
        <p:nvSpPr>
          <p:cNvPr id="1036160501" name="Slide Number"/>
          <p:cNvSpPr txBox="1">
            <a:spLocks noGrp="1"/>
          </p:cNvSpPr>
          <p:nvPr>
            <p:ph type="sldNum" sz="quarter" idx="2"/>
          </p:nvPr>
        </p:nvSpPr>
        <p:spPr bwMode="auto">
          <a:prstGeom prst="rect">
            <a:avLst/>
          </a:prstGeom>
        </p:spPr>
        <p:txBody>
          <a:bodyPr/>
          <a:lstStyle/>
          <a:p>
            <a:pPr>
              <a:defRPr/>
            </a:pPr>
            <a:fld id="{5273775E-FFE7-A4CD-8391-81E8D255DE4F}" type="slidenum">
              <a:rPr/>
              <a:t/>
            </a:fld>
            <a:endParaRPr/>
          </a:p>
        </p:txBody>
      </p:sp>
      <p:sp>
        <p:nvSpPr>
          <p:cNvPr id="551739988" name="Date"/>
          <p:cNvSpPr>
            <a:spLocks noGrp="1"/>
          </p:cNvSpPr>
          <p:nvPr>
            <p:ph type="dt" sz="half" idx="10"/>
          </p:nvPr>
        </p:nvSpPr>
        <p:spPr bwMode="auto"/>
        <p:txBody>
          <a:bodyPr/>
          <a:lstStyle/>
          <a:p>
            <a:pPr>
              <a:defRPr/>
            </a:pPr>
            <a:fld id="{A2D051CA-BC47-0B8A-0715-57A310FC2377}" type="datetime1">
              <a:rPr lang="fr-FR"/>
              <a:t/>
            </a:fld>
            <a:endParaRPr/>
          </a:p>
        </p:txBody>
      </p:sp>
      <p:sp>
        <p:nvSpPr>
          <p:cNvPr id="1449714681" name="Footer"/>
          <p:cNvSpPr>
            <a:spLocks noGrp="1"/>
          </p:cNvSpPr>
          <p:nvPr>
            <p:ph type="ftr" sz="quarter" idx="11"/>
          </p:nvPr>
        </p:nvSpPr>
        <p:spPr bwMode="auto"/>
        <p:txBody>
          <a:bodyPr/>
          <a:lstStyle/>
          <a:p>
            <a:pPr>
              <a:defRPr/>
            </a:pPr>
            <a:r>
              <a:rPr/>
              <a:t>CM | LD</a:t>
            </a:r>
            <a:endParaRPr/>
          </a:p>
        </p:txBody>
      </p:sp>
      <p:pic>
        <p:nvPicPr>
          <p:cNvPr id="112207619" name=""/>
          <p:cNvPicPr>
            <a:picLocks noChangeAspect="1"/>
          </p:cNvPicPr>
          <p:nvPr/>
        </p:nvPicPr>
        <p:blipFill>
          <a:blip r:embed="rId3"/>
          <a:stretch/>
        </p:blipFill>
        <p:spPr bwMode="auto">
          <a:xfrm flipH="0" flipV="0">
            <a:off x="2839799" y="1738066"/>
            <a:ext cx="6512399" cy="32974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protocole TCP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RFC 793 et suivantes — transport fiable en mode connecté</a:t>
            </a:r>
            <a:endParaRPr/>
          </a:p>
          <a:p>
            <a:pPr marL="457200" indent="-342900" algn="l">
              <a:lnSpc>
                <a:spcPct val="100000"/>
              </a:lnSpc>
              <a:spcBef>
                <a:spcPts val="1000"/>
              </a:spcBef>
              <a:buFont typeface="Arial"/>
              <a:buChar char="•"/>
              <a:defRPr/>
            </a:pPr>
            <a:r>
              <a:rPr lang="fr-FR" sz="2200" b="0">
                <a:solidFill>
                  <a:schemeClr val="accent5">
                    <a:lumMod val="75000"/>
                  </a:schemeClr>
                </a:solidFill>
              </a:rPr>
              <a:t>Transporte un flot d'octets ; contrôle d'erreurs et de flux</a:t>
            </a:r>
            <a:endParaRPr/>
          </a:p>
          <a:p>
            <a:pPr marL="457200" indent="-342900" algn="l">
              <a:lnSpc>
                <a:spcPct val="100000"/>
              </a:lnSpc>
              <a:spcBef>
                <a:spcPts val="1000"/>
              </a:spcBef>
              <a:buFont typeface="Arial"/>
              <a:buChar char="•"/>
              <a:defRPr/>
            </a:pPr>
            <a:r>
              <a:rPr lang="fr-FR" sz="2200" b="0">
                <a:solidFill>
                  <a:schemeClr val="accent5">
                    <a:lumMod val="75000"/>
                  </a:schemeClr>
                </a:solidFill>
              </a:rPr>
              <a:t>Établissement de connexion (3-way handshake) puis fermeture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Contrôle de congestion à l'aide d'une fenêtre d'émission</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738439942" name=""/>
          <p:cNvPicPr>
            <a:picLocks noChangeAspect="1"/>
          </p:cNvPicPr>
          <p:nvPr/>
        </p:nvPicPr>
        <p:blipFill>
          <a:blip r:embed="rId3"/>
          <a:stretch/>
        </p:blipFill>
        <p:spPr bwMode="auto">
          <a:xfrm>
            <a:off x="3371850" y="3700461"/>
            <a:ext cx="5448299" cy="24764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8359473" name="Title"/>
          <p:cNvSpPr txBox="1">
            <a:spLocks noGrp="1"/>
          </p:cNvSpPr>
          <p:nvPr>
            <p:ph type="title"/>
          </p:nvPr>
        </p:nvSpPr>
        <p:spPr bwMode="auto">
          <a:prstGeom prst="rect">
            <a:avLst/>
          </a:prstGeom>
        </p:spPr>
        <p:txBody>
          <a:bodyPr>
            <a:normAutofit/>
          </a:bodyPr>
          <a:lstStyle/>
          <a:p>
            <a:pPr>
              <a:defRPr/>
            </a:pPr>
            <a:r>
              <a:rPr/>
              <a:t>Applications réseaux</a:t>
            </a:r>
            <a:r>
              <a:rPr/>
              <a:t> - exemples</a:t>
            </a:r>
            <a:endParaRPr/>
          </a:p>
        </p:txBody>
      </p:sp>
      <p:sp>
        <p:nvSpPr>
          <p:cNvPr id="709507777"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defRPr/>
            </a:pPr>
            <a:r>
              <a:rPr lang="fr-FR" sz="2600" b="0" i="0" u="none" strike="noStrike" cap="none" spc="0">
                <a:solidFill>
                  <a:schemeClr val="accent5">
                    <a:lumMod val="75000"/>
                  </a:schemeClr>
                </a:solidFill>
                <a:latin typeface="Arial"/>
                <a:ea typeface="Arial"/>
                <a:cs typeface="Arial"/>
              </a:rPr>
              <a:t>SMTP - Simple Mail Transfer Protocol</a:t>
            </a:r>
            <a:endParaRPr lang="fr-FR" sz="2600" b="0" i="0" u="none" strike="noStrike" cap="none" spc="0">
              <a:solidFill>
                <a:schemeClr val="accent5">
                  <a:lumMod val="75000"/>
                </a:schemeClr>
              </a:solidFill>
              <a:latin typeface="Arial"/>
              <a:cs typeface="Arial"/>
            </a:endParaRPr>
          </a:p>
          <a:p>
            <a:pPr lvl="1">
              <a:defRPr/>
            </a:pPr>
            <a:r>
              <a:rPr lang="fr-FR" sz="2000" b="0" i="0" u="none" strike="noStrike" cap="none" spc="0">
                <a:solidFill>
                  <a:schemeClr val="accent5">
                    <a:lumMod val="75000"/>
                  </a:schemeClr>
                </a:solidFill>
                <a:latin typeface="Arial"/>
                <a:ea typeface="Arial"/>
                <a:cs typeface="Arial"/>
              </a:rPr>
              <a:t> service d'envoi de courrier électronique</a:t>
            </a:r>
            <a:endParaRPr lang="fr-FR" sz="2600" b="0" i="0" u="none" strike="noStrike" cap="none" spc="0">
              <a:solidFill>
                <a:schemeClr val="accent5">
                  <a:lumMod val="75000"/>
                </a:schemeClr>
              </a:solidFill>
              <a:latin typeface="Arial"/>
              <a:cs typeface="Arial"/>
            </a:endParaRPr>
          </a:p>
          <a:p>
            <a:pPr lvl="1">
              <a:defRPr/>
            </a:pPr>
            <a:r>
              <a:rPr lang="fr-FR" sz="2000" b="0" i="0" u="none" strike="noStrike" cap="none" spc="0">
                <a:solidFill>
                  <a:schemeClr val="accent5">
                    <a:lumMod val="75000"/>
                  </a:schemeClr>
                </a:solidFill>
                <a:latin typeface="Arial"/>
                <a:ea typeface="Arial"/>
                <a:cs typeface="Arial"/>
              </a:rPr>
              <a:t> réception (POP, IMAP, IMAPS, …)</a:t>
            </a:r>
            <a:endParaRPr lang="fr-FR" sz="2600" b="0" i="0" u="none" strike="noStrike" cap="none" spc="0">
              <a:solidFill>
                <a:schemeClr val="accent5">
                  <a:lumMod val="75000"/>
                </a:schemeClr>
              </a:solidFill>
              <a:latin typeface="Arial"/>
              <a:cs typeface="Arial"/>
            </a:endParaRPr>
          </a:p>
          <a:p>
            <a:pPr>
              <a:defRPr/>
            </a:pPr>
            <a:r>
              <a:rPr lang="fr-FR" sz="2600" b="0" i="0" u="none" strike="noStrike" cap="none" spc="0">
                <a:solidFill>
                  <a:schemeClr val="accent5">
                    <a:lumMod val="75000"/>
                  </a:schemeClr>
                </a:solidFill>
                <a:latin typeface="Arial"/>
                <a:ea typeface="Arial"/>
                <a:cs typeface="Arial"/>
              </a:rPr>
              <a:t> DNS - Domain Name System</a:t>
            </a:r>
            <a:endParaRPr lang="fr-FR" sz="2600" b="0" i="0" u="none" strike="noStrike" cap="none" spc="0">
              <a:solidFill>
                <a:schemeClr val="accent5">
                  <a:lumMod val="75000"/>
                </a:schemeClr>
              </a:solidFill>
              <a:latin typeface="Arial"/>
              <a:cs typeface="Arial"/>
            </a:endParaRPr>
          </a:p>
          <a:p>
            <a:pPr lvl="1">
              <a:defRPr/>
            </a:pPr>
            <a:r>
              <a:rPr lang="fr-FR" sz="2000" b="0" i="0" u="none" strike="noStrike" cap="none" spc="0">
                <a:solidFill>
                  <a:schemeClr val="accent5">
                    <a:lumMod val="75000"/>
                  </a:schemeClr>
                </a:solidFill>
                <a:latin typeface="Arial"/>
                <a:ea typeface="Arial"/>
                <a:cs typeface="Arial"/>
              </a:rPr>
              <a:t> assure la correspondance entre un nom symbolique</a:t>
            </a:r>
            <a:r>
              <a:rPr sz="2200" b="0" i="0" u="none" strike="noStrike" cap="none" spc="0">
                <a:solidFill>
                  <a:schemeClr val="accent5">
                    <a:lumMod val="75000"/>
                  </a:schemeClr>
                </a:solidFill>
                <a:latin typeface="Arial"/>
                <a:ea typeface="Arial"/>
                <a:cs typeface="Arial"/>
              </a:rPr>
              <a:t> </a:t>
            </a:r>
            <a:r>
              <a:rPr lang="fr-FR" sz="2000" b="0" i="0" u="none" strike="noStrike" cap="none" spc="0">
                <a:solidFill>
                  <a:schemeClr val="accent5">
                    <a:lumMod val="75000"/>
                  </a:schemeClr>
                </a:solidFill>
                <a:latin typeface="Arial"/>
                <a:ea typeface="Arial"/>
                <a:cs typeface="Arial"/>
              </a:rPr>
              <a:t>et une adresse Internet (adresse IP)</a:t>
            </a:r>
            <a:endParaRPr lang="fr-FR" sz="2600" b="0" i="0" u="none" strike="noStrike" cap="none" spc="0">
              <a:solidFill>
                <a:schemeClr val="accent5">
                  <a:lumMod val="75000"/>
                </a:schemeClr>
              </a:solidFill>
              <a:latin typeface="Arial"/>
              <a:cs typeface="Arial"/>
            </a:endParaRPr>
          </a:p>
          <a:p>
            <a:pPr lvl="1">
              <a:defRPr/>
            </a:pPr>
            <a:r>
              <a:rPr lang="fr-FR" sz="2000" b="0" i="0" u="none" strike="noStrike" cap="none" spc="0">
                <a:solidFill>
                  <a:schemeClr val="accent5">
                    <a:lumMod val="75000"/>
                  </a:schemeClr>
                </a:solidFill>
                <a:latin typeface="Arial"/>
                <a:ea typeface="Arial"/>
                <a:cs typeface="Arial"/>
              </a:rPr>
              <a:t> bases de données réparties sur le globe</a:t>
            </a:r>
            <a:endParaRPr lang="fr-FR" sz="2600" b="0" i="0" u="none" strike="noStrike" cap="none" spc="0">
              <a:solidFill>
                <a:schemeClr val="accent5">
                  <a:lumMod val="75000"/>
                </a:schemeClr>
              </a:solidFill>
              <a:latin typeface="Arial"/>
              <a:cs typeface="Arial"/>
            </a:endParaRPr>
          </a:p>
          <a:p>
            <a:pPr>
              <a:defRPr/>
            </a:pPr>
            <a:r>
              <a:rPr lang="fr-FR" sz="2600" b="0" i="0" u="none" strike="noStrike" cap="none" spc="0">
                <a:solidFill>
                  <a:schemeClr val="accent5">
                    <a:lumMod val="75000"/>
                  </a:schemeClr>
                </a:solidFill>
                <a:latin typeface="Arial"/>
                <a:ea typeface="Arial"/>
                <a:cs typeface="Arial"/>
              </a:rPr>
              <a:t>SNMP - Simple Network Management Protocol</a:t>
            </a:r>
            <a:endParaRPr lang="fr-FR" sz="2600" b="0" i="0" u="none" strike="noStrike" cap="none" spc="0">
              <a:solidFill>
                <a:schemeClr val="accent5">
                  <a:lumMod val="75000"/>
                </a:schemeClr>
              </a:solidFill>
              <a:latin typeface="Arial"/>
              <a:cs typeface="Arial"/>
            </a:endParaRPr>
          </a:p>
          <a:p>
            <a:pPr lvl="1">
              <a:defRPr/>
            </a:pPr>
            <a:r>
              <a:rPr lang="fr-FR" sz="2000" b="0" i="0" u="none" strike="noStrike" cap="none" spc="0">
                <a:solidFill>
                  <a:schemeClr val="accent5">
                    <a:lumMod val="75000"/>
                  </a:schemeClr>
                </a:solidFill>
                <a:latin typeface="Arial"/>
                <a:ea typeface="Arial"/>
                <a:cs typeface="Arial"/>
              </a:rPr>
              <a:t>protocole d'administration de réseau (interrogation,</a:t>
            </a:r>
            <a:r>
              <a:rPr sz="2200" b="0" i="0" u="none" strike="noStrike" cap="none" spc="0">
                <a:solidFill>
                  <a:schemeClr val="accent5">
                    <a:lumMod val="75000"/>
                  </a:schemeClr>
                </a:solidFill>
                <a:latin typeface="Arial"/>
                <a:ea typeface="Arial"/>
                <a:cs typeface="Arial"/>
              </a:rPr>
              <a:t> </a:t>
            </a:r>
            <a:r>
              <a:rPr lang="fr-FR" sz="2600" b="0" i="0" u="none" strike="noStrike" cap="none" spc="0">
                <a:solidFill>
                  <a:schemeClr val="accent5">
                    <a:lumMod val="75000"/>
                  </a:schemeClr>
                </a:solidFill>
                <a:latin typeface="Arial"/>
                <a:ea typeface="Arial"/>
                <a:cs typeface="Arial"/>
              </a:rPr>
              <a:t>configuration des équipements, …)</a:t>
            </a:r>
            <a:endParaRPr lang="fr-FR" sz="2600" b="0" i="0" u="none" strike="noStrike" cap="none" spc="0">
              <a:solidFill>
                <a:schemeClr val="accent5">
                  <a:lumMod val="75000"/>
                </a:schemeClr>
              </a:solidFill>
              <a:latin typeface="Arial"/>
              <a:cs typeface="Arial"/>
            </a:endParaRPr>
          </a:p>
          <a:p>
            <a:pPr>
              <a:defRPr/>
            </a:pPr>
            <a:r>
              <a:rPr lang="fr-FR" sz="2600" b="0" i="0" u="none" strike="noStrike" cap="none" spc="0">
                <a:solidFill>
                  <a:schemeClr val="accent5">
                    <a:lumMod val="75000"/>
                  </a:schemeClr>
                </a:solidFill>
                <a:latin typeface="Arial"/>
                <a:ea typeface="Arial"/>
                <a:cs typeface="Arial"/>
              </a:rPr>
              <a:t> Les sockets - interface de programmation permettant</a:t>
            </a:r>
            <a:r>
              <a:rPr sz="2600" b="0" i="0" u="none" strike="noStrike" cap="none" spc="0">
                <a:solidFill>
                  <a:schemeClr val="accent5">
                    <a:lumMod val="75000"/>
                  </a:schemeClr>
                </a:solidFill>
                <a:latin typeface="Arial"/>
                <a:ea typeface="Arial"/>
                <a:cs typeface="Arial"/>
              </a:rPr>
              <a:t> l</a:t>
            </a:r>
            <a:r>
              <a:rPr lang="fr-FR" sz="2600" b="0" i="0" u="none" strike="noStrike" cap="none" spc="0">
                <a:solidFill>
                  <a:schemeClr val="accent5">
                    <a:lumMod val="75000"/>
                  </a:schemeClr>
                </a:solidFill>
                <a:latin typeface="Arial"/>
                <a:ea typeface="Arial"/>
                <a:cs typeface="Arial"/>
              </a:rPr>
              <a:t>'échange de données (via TCP ou UDP)</a:t>
            </a:r>
            <a:endParaRPr lang="fr-FR" sz="2600" b="0" i="0" u="none" strike="noStrike" cap="none" spc="0">
              <a:solidFill>
                <a:schemeClr val="accent5">
                  <a:lumMod val="75000"/>
                </a:schemeClr>
              </a:solidFill>
              <a:latin typeface="Arial"/>
              <a:cs typeface="Arial"/>
            </a:endParaRPr>
          </a:p>
        </p:txBody>
      </p:sp>
      <p:sp>
        <p:nvSpPr>
          <p:cNvPr id="632397811" name="Slide Number"/>
          <p:cNvSpPr txBox="1">
            <a:spLocks noGrp="1"/>
          </p:cNvSpPr>
          <p:nvPr>
            <p:ph type="sldNum" sz="quarter" idx="2"/>
          </p:nvPr>
        </p:nvSpPr>
        <p:spPr bwMode="auto">
          <a:prstGeom prst="rect">
            <a:avLst/>
          </a:prstGeom>
        </p:spPr>
        <p:txBody>
          <a:bodyPr/>
          <a:lstStyle/>
          <a:p>
            <a:pPr>
              <a:defRPr/>
            </a:pPr>
            <a:fld id="{D6D66A9C-E06A-0016-DB91-EFE2392FF63D}" type="slidenum">
              <a:rPr/>
              <a:t/>
            </a:fld>
            <a:endParaRPr/>
          </a:p>
        </p:txBody>
      </p:sp>
      <p:sp>
        <p:nvSpPr>
          <p:cNvPr id="625724783" name="Date"/>
          <p:cNvSpPr>
            <a:spLocks noGrp="1"/>
          </p:cNvSpPr>
          <p:nvPr>
            <p:ph type="dt" sz="half" idx="10"/>
          </p:nvPr>
        </p:nvSpPr>
        <p:spPr bwMode="auto"/>
        <p:txBody>
          <a:bodyPr/>
          <a:lstStyle/>
          <a:p>
            <a:pPr>
              <a:defRPr/>
            </a:pPr>
            <a:fld id="{463FC623-33C6-E7CF-E33F-439398427602}" type="datetime1">
              <a:rPr lang="fr-FR"/>
              <a:t/>
            </a:fld>
            <a:endParaRPr/>
          </a:p>
        </p:txBody>
      </p:sp>
      <p:sp>
        <p:nvSpPr>
          <p:cNvPr id="335724462"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3395568"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326965060" name="Content"/>
          <p:cNvSpPr>
            <a:spLocks noGrp="1"/>
          </p:cNvSpPr>
          <p:nvPr>
            <p:ph idx="1"/>
          </p:nvPr>
        </p:nvSpPr>
        <p:spPr bwMode="auto"/>
        <p:txBody>
          <a:bodyPr>
            <a:normAutofit/>
          </a:bodyPr>
          <a:lstStyle/>
          <a:p>
            <a:pPr marL="457200" indent="-342900" algn="l">
              <a:lnSpc>
                <a:spcPct val="100000"/>
              </a:lnSpc>
              <a:spcBef>
                <a:spcPts val="998"/>
              </a:spcBef>
              <a:buFont typeface="Arial"/>
              <a:buChar char="•"/>
              <a:defRPr/>
            </a:pPr>
            <a:r>
              <a:rPr lang="fr-FR" sz="2200" b="0">
                <a:solidFill>
                  <a:schemeClr val="accent5">
                    <a:lumMod val="75000"/>
                  </a:schemeClr>
                </a:solidFill>
              </a:rPr>
              <a:t>Organisation pratique et contenu du module</a:t>
            </a:r>
            <a:endParaRPr i="0"/>
          </a:p>
          <a:p>
            <a:pPr marL="457200" indent="-342900" algn="l">
              <a:lnSpc>
                <a:spcPct val="100000"/>
              </a:lnSpc>
              <a:spcBef>
                <a:spcPts val="998"/>
              </a:spcBef>
              <a:buFont typeface="Arial"/>
              <a:buChar char="•"/>
              <a:defRPr/>
            </a:pPr>
            <a:r>
              <a:rPr lang="fr-FR" sz="2200" b="0" i="0">
                <a:solidFill>
                  <a:schemeClr val="accent5">
                    <a:lumMod val="75000"/>
                  </a:schemeClr>
                </a:solidFill>
              </a:rPr>
              <a:t>Rappels : Internet et le modèle TCP/IP</a:t>
            </a:r>
            <a:endParaRPr/>
          </a:p>
          <a:p>
            <a:pPr marL="457200" indent="-342900" algn="l">
              <a:lnSpc>
                <a:spcPct val="100000"/>
              </a:lnSpc>
              <a:spcBef>
                <a:spcPts val="998"/>
              </a:spcBef>
              <a:buFont typeface="Arial"/>
              <a:buChar char="•"/>
              <a:defRPr/>
            </a:pPr>
            <a:r>
              <a:rPr lang="fr-FR" sz="2200" b="1">
                <a:solidFill>
                  <a:schemeClr val="accent5">
                    <a:lumMod val="75000"/>
                  </a:schemeClr>
                </a:solidFill>
              </a:rPr>
              <a:t>Architecture Client/Serveur et middleware</a:t>
            </a:r>
            <a:endParaRPr/>
          </a:p>
          <a:p>
            <a:pPr marL="457200" indent="-342900" algn="l">
              <a:lnSpc>
                <a:spcPct val="100000"/>
              </a:lnSpc>
              <a:spcBef>
                <a:spcPts val="998"/>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998"/>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998"/>
              </a:spcBef>
              <a:buFont typeface="Arial"/>
              <a:buChar char="•"/>
              <a:defRPr/>
            </a:pPr>
            <a:r>
              <a:rPr lang="fr-FR" sz="2200" b="0">
                <a:solidFill>
                  <a:schemeClr val="accent5">
                    <a:lumMod val="75000"/>
                  </a:schemeClr>
                </a:solidFill>
              </a:rPr>
              <a:t>Exercices</a:t>
            </a:r>
            <a:endParaRPr/>
          </a:p>
        </p:txBody>
      </p:sp>
      <p:sp>
        <p:nvSpPr>
          <p:cNvPr id="1625613855" name="Slide Number"/>
          <p:cNvSpPr txBox="1">
            <a:spLocks noGrp="1"/>
          </p:cNvSpPr>
          <p:nvPr>
            <p:ph type="sldNum" sz="quarter" idx="2"/>
          </p:nvPr>
        </p:nvSpPr>
        <p:spPr bwMode="auto">
          <a:prstGeom prst="rect">
            <a:avLst/>
          </a:prstGeom>
        </p:spPr>
        <p:txBody>
          <a:bodyPr/>
          <a:lstStyle/>
          <a:p>
            <a:pPr>
              <a:defRPr/>
            </a:pPr>
            <a:fld id="{E2EE42A5-EB59-59FA-6ED9-B06F2E051245}" type="slidenum">
              <a:rPr/>
              <a:t/>
            </a:fld>
            <a:endParaRPr/>
          </a:p>
        </p:txBody>
      </p:sp>
      <p:sp>
        <p:nvSpPr>
          <p:cNvPr id="337322633" name="Date"/>
          <p:cNvSpPr>
            <a:spLocks noGrp="1"/>
          </p:cNvSpPr>
          <p:nvPr>
            <p:ph type="dt" sz="half" idx="10"/>
          </p:nvPr>
        </p:nvSpPr>
        <p:spPr bwMode="auto"/>
        <p:txBody>
          <a:bodyPr/>
          <a:lstStyle/>
          <a:p>
            <a:pPr>
              <a:defRPr/>
            </a:pPr>
            <a:fld id="{67292598-1CB6-4F49-D1BD-B8893FACD3D9}" type="datetime1">
              <a:rPr lang="fr-FR"/>
              <a:t/>
            </a:fld>
            <a:endParaRPr/>
          </a:p>
        </p:txBody>
      </p:sp>
      <p:sp>
        <p:nvSpPr>
          <p:cNvPr id="1419905075"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Architecture Client/Serveur</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applications réseau</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Les applications sont la raison d'être des réseaux</a:t>
            </a:r>
            <a:endParaRPr/>
          </a:p>
          <a:p>
            <a:pPr marL="457200" indent="-342900" algn="l">
              <a:lnSpc>
                <a:spcPct val="100000"/>
              </a:lnSpc>
              <a:spcBef>
                <a:spcPts val="1000"/>
              </a:spcBef>
              <a:buFont typeface="Arial"/>
              <a:buChar char="•"/>
              <a:defRPr/>
            </a:pPr>
            <a:r>
              <a:rPr lang="fr-FR" sz="2200" b="0">
                <a:solidFill>
                  <a:schemeClr val="accent5">
                    <a:lumMod val="75000"/>
                  </a:schemeClr>
                </a:solidFill>
              </a:rPr>
              <a:t>Profusion depuis 40 ans : web, mail, fichiers, streaming, visio, téléphonie…</a:t>
            </a:r>
            <a:endParaRPr/>
          </a:p>
          <a:p>
            <a:pPr marL="457200" indent="-342900" algn="l">
              <a:lnSpc>
                <a:spcPct val="100000"/>
              </a:lnSpc>
              <a:spcBef>
                <a:spcPts val="1000"/>
              </a:spcBef>
              <a:buFont typeface="Arial"/>
              <a:buChar char="•"/>
              <a:defRPr/>
            </a:pPr>
            <a:r>
              <a:rPr lang="fr-FR" sz="2200" b="0">
                <a:solidFill>
                  <a:schemeClr val="accent5">
                    <a:lumMod val="75000"/>
                  </a:schemeClr>
                </a:solidFill>
              </a:rPr>
              <a:t>Elles reposent sur une infrastructure de transport (les sockets)</a:t>
            </a:r>
            <a:endParaRPr/>
          </a:p>
          <a:p>
            <a:pPr marL="457200" indent="-342900" algn="l">
              <a:lnSpc>
                <a:spcPct val="100000"/>
              </a:lnSpc>
              <a:spcBef>
                <a:spcPts val="1000"/>
              </a:spcBef>
              <a:buFont typeface="Arial"/>
              <a:buChar char="•"/>
              <a:defRPr/>
            </a:pPr>
            <a:r>
              <a:rPr lang="fr-FR" sz="2200" b="0">
                <a:solidFill>
                  <a:schemeClr val="accent5">
                    <a:lumMod val="75000"/>
                  </a:schemeClr>
                </a:solidFill>
              </a:rPr>
              <a:t>Exemple du web : le navigateur (client) dialogue avec un serveur</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Terminologie des applications réseau</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Processus client / processus serveur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Ne pas confondre le protocole applicatif et l'application</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protocole définit : format des messages, ordre des échanges, actions</a:t>
            </a:r>
            <a:endParaRPr/>
          </a:p>
          <a:p>
            <a:pPr marL="457200" indent="-342900" algn="l">
              <a:lnSpc>
                <a:spcPct val="100000"/>
              </a:lnSpc>
              <a:spcBef>
                <a:spcPts val="1000"/>
              </a:spcBef>
              <a:buFont typeface="Arial"/>
              <a:buChar char="•"/>
              <a:defRPr/>
            </a:pPr>
            <a:r>
              <a:rPr lang="fr-FR" sz="2200" b="0">
                <a:solidFill>
                  <a:schemeClr val="accent5">
                    <a:lumMod val="75000"/>
                  </a:schemeClr>
                </a:solidFill>
              </a:rPr>
              <a:t>Exemples de protocoles : HTTP, SMTP, DNS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modèle Client/Serveur</a:t>
            </a:r>
            <a:endParaRPr/>
          </a:p>
        </p:txBody>
      </p:sp>
      <p:pic>
        <p:nvPicPr>
          <p:cNvPr id="9012" name="img6"/>
          <p:cNvPicPr>
            <a:picLocks noChangeAspect="1"/>
          </p:cNvPicPr>
          <p:nvPr/>
        </p:nvPicPr>
        <p:blipFill>
          <a:blip r:embed="rId3"/>
          <a:stretch/>
        </p:blipFill>
        <p:spPr bwMode="auto">
          <a:xfrm>
            <a:off x="1250607" y="1510936"/>
            <a:ext cx="9690784"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modèle Client/Serveur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L'application est répartie sur plusieurs entités</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client demande un service, le serveur le rend</a:t>
            </a:r>
            <a:endParaRPr/>
          </a:p>
          <a:p>
            <a:pPr marL="457200" indent="-342900" algn="l">
              <a:lnSpc>
                <a:spcPct val="100000"/>
              </a:lnSpc>
              <a:spcBef>
                <a:spcPts val="1000"/>
              </a:spcBef>
              <a:buFont typeface="Arial"/>
              <a:buChar char="•"/>
              <a:defRPr/>
            </a:pPr>
            <a:r>
              <a:rPr lang="fr-FR" sz="2200" b="0">
                <a:solidFill>
                  <a:schemeClr val="accent5">
                    <a:lumMod val="75000"/>
                  </a:schemeClr>
                </a:solidFill>
              </a:rPr>
              <a:t>Système coopératif, possible sur des systèmes d'exploitation différents</a:t>
            </a:r>
            <a:endParaRPr/>
          </a:p>
          <a:p>
            <a:pPr marL="457200" indent="-342900" algn="l">
              <a:lnSpc>
                <a:spcPct val="100000"/>
              </a:lnSpc>
              <a:spcBef>
                <a:spcPts val="1000"/>
              </a:spcBef>
              <a:buFont typeface="Arial"/>
              <a:buChar char="•"/>
              <a:defRPr/>
            </a:pPr>
            <a:r>
              <a:rPr lang="fr-FR" sz="2200" b="0">
                <a:solidFill>
                  <a:schemeClr val="accent5">
                    <a:lumMod val="75000"/>
                  </a:schemeClr>
                </a:solidFill>
              </a:rPr>
              <a:t>Un serveur peut être lui-même client d'un autre service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Des clients et des serveurs…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Plusieurs clients peuvent s'adresser à un même serveur (concurrence)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serveur est souvent permanent, le client lancé à la demande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Communication via une adresse de transport connue (port)</a:t>
            </a:r>
            <a:endParaRPr/>
          </a:p>
          <a:p>
            <a:pPr marL="457200" indent="-342900" algn="l">
              <a:lnSpc>
                <a:spcPct val="100000"/>
              </a:lnSpc>
              <a:spcBef>
                <a:spcPts val="1000"/>
              </a:spcBef>
              <a:buFont typeface="Arial"/>
              <a:buChar char="•"/>
              <a:defRPr/>
            </a:pPr>
            <a:r>
              <a:rPr lang="fr-FR" sz="2200" b="0">
                <a:solidFill>
                  <a:schemeClr val="accent5">
                    <a:lumMod val="75000"/>
                  </a:schemeClr>
                </a:solidFill>
              </a:rPr>
              <a:t>Exemple : un serveur web sert des milliers de clients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806799157" name=""/>
          <p:cNvPicPr>
            <a:picLocks noChangeAspect="1"/>
          </p:cNvPicPr>
          <p:nvPr/>
        </p:nvPicPr>
        <p:blipFill>
          <a:blip r:embed="rId3"/>
          <a:stretch/>
        </p:blipFill>
        <p:spPr bwMode="auto">
          <a:xfrm>
            <a:off x="4134046" y="3770721"/>
            <a:ext cx="2847974" cy="2286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Exemple d'application Client/Serveur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Service simple : le serveur renvoie une ligne de texte (ex. l'heure)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client se connecte, lit la réponse et l'affiche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protocole spécifie le format (ex. une ligne ASCII)</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Interface de programmation réseau</a:t>
            </a:r>
            <a:endParaRPr/>
          </a:p>
        </p:txBody>
      </p:sp>
      <p:sp>
        <p:nvSpPr>
          <p:cNvPr id="9011" name="Content"/>
          <p:cNvSpPr>
            <a:spLocks noGrp="1"/>
          </p:cNvSpPr>
          <p:nvPr>
            <p:ph idx="1"/>
          </p:nvPr>
        </p:nvSpPr>
        <p:spPr bwMode="auto">
          <a:xfrm flipH="0" flipV="0">
            <a:off x="838198" y="1825624"/>
            <a:ext cx="6046336" cy="4351338"/>
          </a:xfrm>
        </p:spPr>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Il faut une interface entre l'application et la pile réseau</a:t>
            </a:r>
            <a:endParaRPr/>
          </a:p>
          <a:p>
            <a:pPr marL="457200" indent="-342900" algn="l">
              <a:lnSpc>
                <a:spcPct val="100000"/>
              </a:lnSpc>
              <a:spcBef>
                <a:spcPts val="1000"/>
              </a:spcBef>
              <a:buFont typeface="Arial"/>
              <a:buChar char="•"/>
              <a:defRPr/>
            </a:pPr>
            <a:r>
              <a:rPr lang="fr-FR" sz="2200" b="0">
                <a:solidFill>
                  <a:schemeClr val="accent5">
                    <a:lumMod val="75000"/>
                  </a:schemeClr>
                </a:solidFill>
              </a:rPr>
              <a:t>Les sockets : API standard (BSD), portable</a:t>
            </a:r>
            <a:endParaRPr/>
          </a:p>
          <a:p>
            <a:pPr marL="457200" indent="-342900" algn="l">
              <a:lnSpc>
                <a:spcPct val="100000"/>
              </a:lnSpc>
              <a:spcBef>
                <a:spcPts val="1000"/>
              </a:spcBef>
              <a:buFont typeface="Arial"/>
              <a:buChar char="•"/>
              <a:defRPr/>
            </a:pPr>
            <a:r>
              <a:rPr lang="fr-FR" sz="2200" b="0">
                <a:solidFill>
                  <a:schemeClr val="accent5">
                    <a:lumMod val="75000"/>
                  </a:schemeClr>
                </a:solidFill>
              </a:rPr>
              <a:t>Indépendante du transport (TCP/UDP) et de la version d'IP</a:t>
            </a:r>
            <a:endParaRPr/>
          </a:p>
          <a:p>
            <a:pPr marL="457200" indent="-342900" algn="l">
              <a:lnSpc>
                <a:spcPct val="100000"/>
              </a:lnSpc>
              <a:spcBef>
                <a:spcPts val="1000"/>
              </a:spcBef>
              <a:buFont typeface="Arial"/>
              <a:buChar char="•"/>
              <a:defRPr/>
            </a:pPr>
            <a:r>
              <a:rPr lang="fr-FR" sz="2200" b="0">
                <a:solidFill>
                  <a:schemeClr val="accent5">
                    <a:lumMod val="75000"/>
                  </a:schemeClr>
                </a:solidFill>
              </a:rPr>
              <a:t>getaddrinfo() : résolution nom → adresse, IPv4 et IPv6</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725903214" name=""/>
          <p:cNvPicPr>
            <a:picLocks noChangeAspect="1"/>
          </p:cNvPicPr>
          <p:nvPr/>
        </p:nvPicPr>
        <p:blipFill>
          <a:blip r:embed="rId3"/>
          <a:stretch/>
        </p:blipFill>
        <p:spPr bwMode="auto">
          <a:xfrm flipH="0" flipV="0">
            <a:off x="7407475" y="1926611"/>
            <a:ext cx="4082439" cy="414936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Application Client/Serveur — récapitulatif</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Choisir le transport, le mode (itératif/concurrent) et le format des messages</a:t>
            </a:r>
            <a:endParaRPr/>
          </a:p>
          <a:p>
            <a:pPr marL="457200" indent="-342900" algn="l">
              <a:lnSpc>
                <a:spcPct val="100000"/>
              </a:lnSpc>
              <a:spcBef>
                <a:spcPts val="1000"/>
              </a:spcBef>
              <a:buFont typeface="Arial"/>
              <a:buChar char="•"/>
              <a:defRPr/>
            </a:pPr>
            <a:r>
              <a:rPr lang="fr-FR" sz="2200" b="0">
                <a:solidFill>
                  <a:schemeClr val="accent5">
                    <a:lumMod val="75000"/>
                  </a:schemeClr>
                </a:solidFill>
              </a:rPr>
              <a:t>Définir précisément le protocole applicatif</a:t>
            </a:r>
            <a:endParaRPr/>
          </a:p>
          <a:p>
            <a:pPr marL="457200" indent="-342900" algn="l">
              <a:lnSpc>
                <a:spcPct val="100000"/>
              </a:lnSpc>
              <a:spcBef>
                <a:spcPts val="1000"/>
              </a:spcBef>
              <a:buFont typeface="Arial"/>
              <a:buChar char="•"/>
              <a:defRPr/>
            </a:pPr>
            <a:r>
              <a:rPr lang="fr-FR" sz="2200" b="0">
                <a:solidFill>
                  <a:schemeClr val="accent5">
                    <a:lumMod val="75000"/>
                  </a:schemeClr>
                </a:solidFill>
              </a:rPr>
              <a:t>Gérer les erreurs et la sécurité (TLS)</a:t>
            </a:r>
            <a:endParaRPr/>
          </a:p>
          <a:p>
            <a:pPr marL="457200" indent="-342900" algn="l">
              <a:lnSpc>
                <a:spcPct val="100000"/>
              </a:lnSpc>
              <a:spcBef>
                <a:spcPts val="1000"/>
              </a:spcBef>
              <a:buFont typeface="Arial"/>
              <a:buChar char="•"/>
              <a:defRPr/>
            </a:pPr>
            <a:r>
              <a:rPr lang="fr-FR" sz="2200" b="0">
                <a:solidFill>
                  <a:schemeClr val="accent5">
                    <a:lumMod val="75000"/>
                  </a:schemeClr>
                </a:solidFill>
              </a:rPr>
              <a:t>Penser la montée en charge dès la conception</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middleware</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middleware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Couche logicielle entre l'application et le système/réseau</a:t>
            </a:r>
            <a:endParaRPr/>
          </a:p>
          <a:p>
            <a:pPr marL="457200" indent="-342900" algn="l">
              <a:lnSpc>
                <a:spcPct val="100000"/>
              </a:lnSpc>
              <a:spcBef>
                <a:spcPts val="1000"/>
              </a:spcBef>
              <a:buFont typeface="Arial"/>
              <a:buChar char="•"/>
              <a:defRPr/>
            </a:pPr>
            <a:r>
              <a:rPr lang="fr-FR" sz="2200" b="0">
                <a:solidFill>
                  <a:schemeClr val="accent5">
                    <a:lumMod val="75000"/>
                  </a:schemeClr>
                </a:solidFill>
              </a:rPr>
              <a:t>Masque l'hétérogénéité (matériel, OS, langages, réseau)</a:t>
            </a:r>
            <a:endParaRPr/>
          </a:p>
          <a:p>
            <a:pPr marL="457200" indent="-342900" algn="l">
              <a:lnSpc>
                <a:spcPct val="100000"/>
              </a:lnSpc>
              <a:spcBef>
                <a:spcPts val="1000"/>
              </a:spcBef>
              <a:buFont typeface="Arial"/>
              <a:buChar char="•"/>
              <a:defRPr/>
            </a:pPr>
            <a:r>
              <a:rPr lang="fr-FR" sz="2200" b="0">
                <a:solidFill>
                  <a:schemeClr val="accent5">
                    <a:lumMod val="75000"/>
                  </a:schemeClr>
                </a:solidFill>
              </a:rPr>
              <a:t>Fournit des services communs aux applications réparties</a:t>
            </a:r>
            <a:endParaRPr/>
          </a:p>
          <a:p>
            <a:pPr marL="457200" indent="-342900" algn="l">
              <a:lnSpc>
                <a:spcPct val="100000"/>
              </a:lnSpc>
              <a:spcBef>
                <a:spcPts val="1000"/>
              </a:spcBef>
              <a:buFont typeface="Arial"/>
              <a:buChar char="•"/>
              <a:defRPr/>
            </a:pPr>
            <a:r>
              <a:rPr lang="fr-FR" sz="2200" b="0">
                <a:solidFill>
                  <a:schemeClr val="accent5">
                    <a:lumMod val="75000"/>
                  </a:schemeClr>
                </a:solidFill>
              </a:rPr>
              <a:t>Exemples : RPC/gRPC, files de messages, API REST, ORB</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346555423" name=""/>
          <p:cNvPicPr>
            <a:picLocks noChangeAspect="1"/>
          </p:cNvPicPr>
          <p:nvPr/>
        </p:nvPicPr>
        <p:blipFill>
          <a:blip r:embed="rId3"/>
          <a:stretch/>
        </p:blipFill>
        <p:spPr bwMode="auto">
          <a:xfrm>
            <a:off x="2628900" y="4104587"/>
            <a:ext cx="5257800" cy="17335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Fonctions d'un middleware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Communication et conversion des données (sérialisation)</a:t>
            </a:r>
            <a:endParaRPr/>
          </a:p>
          <a:p>
            <a:pPr marL="457200" indent="-342900" algn="l">
              <a:lnSpc>
                <a:spcPct val="100000"/>
              </a:lnSpc>
              <a:spcBef>
                <a:spcPts val="1000"/>
              </a:spcBef>
              <a:buFont typeface="Arial"/>
              <a:buChar char="•"/>
              <a:defRPr/>
            </a:pPr>
            <a:r>
              <a:rPr lang="fr-FR" sz="2200" b="0">
                <a:solidFill>
                  <a:schemeClr val="accent5">
                    <a:lumMod val="75000"/>
                  </a:schemeClr>
                </a:solidFill>
              </a:rPr>
              <a:t>Nommage et localisation des services (annuaire)</a:t>
            </a:r>
            <a:endParaRPr/>
          </a:p>
          <a:p>
            <a:pPr marL="457200" indent="-342900" algn="l">
              <a:lnSpc>
                <a:spcPct val="100000"/>
              </a:lnSpc>
              <a:spcBef>
                <a:spcPts val="1000"/>
              </a:spcBef>
              <a:buFont typeface="Arial"/>
              <a:buChar char="•"/>
              <a:defRPr/>
            </a:pPr>
            <a:r>
              <a:rPr lang="fr-FR" sz="2200" b="0">
                <a:solidFill>
                  <a:schemeClr val="accent5">
                    <a:lumMod val="75000"/>
                  </a:schemeClr>
                </a:solidFill>
              </a:rPr>
              <a:t>Sécurité, transactions, tolérance aux pannes</a:t>
            </a:r>
            <a:endParaRPr/>
          </a:p>
          <a:p>
            <a:pPr marL="457200" indent="-342900" algn="l">
              <a:lnSpc>
                <a:spcPct val="100000"/>
              </a:lnSpc>
              <a:spcBef>
                <a:spcPts val="1000"/>
              </a:spcBef>
              <a:buFont typeface="Arial"/>
              <a:buChar char="•"/>
              <a:defRPr/>
            </a:pPr>
            <a:r>
              <a:rPr lang="fr-FR" sz="2200" b="0">
                <a:solidFill>
                  <a:schemeClr val="accent5">
                    <a:lumMod val="75000"/>
                  </a:schemeClr>
                </a:solidFill>
              </a:rPr>
              <a:t>Aujourd'hui : passerelles d'API, service mesh, brokers de messages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Conception d'une application Client/Serveur</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8915109" name=""/>
          <p:cNvPicPr>
            <a:picLocks noChangeAspect="1"/>
          </p:cNvPicPr>
          <p:nvPr/>
        </p:nvPicPr>
        <p:blipFill>
          <a:blip r:embed="rId3"/>
          <a:srcRect l="0" t="0" r="42533" b="0"/>
          <a:stretch/>
        </p:blipFill>
        <p:spPr bwMode="auto">
          <a:xfrm flipH="0" flipV="0">
            <a:off x="7496027" y="2604481"/>
            <a:ext cx="4406317" cy="2514599"/>
          </a:xfrm>
          <a:prstGeom prst="rect">
            <a:avLst/>
          </a:prstGeom>
        </p:spPr>
      </p:pic>
      <p:sp>
        <p:nvSpPr>
          <p:cNvPr id="9010" name="Title"/>
          <p:cNvSpPr txBox="1">
            <a:spLocks noGrp="1"/>
          </p:cNvSpPr>
          <p:nvPr>
            <p:ph type="title"/>
          </p:nvPr>
        </p:nvSpPr>
        <p:spPr bwMode="auto">
          <a:prstGeom prst="rect">
            <a:avLst/>
          </a:prstGeom>
        </p:spPr>
        <p:txBody>
          <a:bodyPr>
            <a:normAutofit/>
          </a:bodyPr>
          <a:lstStyle/>
          <a:p>
            <a:pPr>
              <a:defRPr/>
            </a:pPr>
            <a:r>
              <a:rPr lang="fr-FR"/>
              <a:t>Découpage </a:t>
            </a:r>
            <a:r>
              <a:rPr/>
              <a:t>Client/Serveur</a:t>
            </a:r>
            <a:endParaRPr/>
          </a:p>
        </p:txBody>
      </p:sp>
      <p:sp>
        <p:nvSpPr>
          <p:cNvPr id="9011" name="Content"/>
          <p:cNvSpPr>
            <a:spLocks noGrp="1"/>
          </p:cNvSpPr>
          <p:nvPr>
            <p:ph idx="1"/>
          </p:nvPr>
        </p:nvSpPr>
        <p:spPr bwMode="auto">
          <a:xfrm flipH="0" flipV="0">
            <a:off x="838198" y="1825624"/>
            <a:ext cx="6507856" cy="4351338"/>
          </a:xfrm>
        </p:spPr>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Trois fonctions : présentation, logique métier, accès aux données</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Module de gestion des données peut être hébergé sur un serveur distant</a:t>
            </a:r>
            <a:endParaRPr/>
          </a:p>
          <a:p>
            <a:pPr marL="457200" indent="-342900" algn="l">
              <a:lnSpc>
                <a:spcPct val="100000"/>
              </a:lnSpc>
              <a:spcBef>
                <a:spcPts val="1000"/>
              </a:spcBef>
              <a:buFont typeface="Arial"/>
              <a:buChar char="•"/>
              <a:defRPr/>
            </a:pPr>
            <a:r>
              <a:rPr lang="fr-FR" sz="2200" b="0">
                <a:solidFill>
                  <a:schemeClr val="accent5">
                    <a:lumMod val="75000"/>
                  </a:schemeClr>
                </a:solidFill>
              </a:rPr>
              <a:t>Où placer la frontière entre client et serveur ?</a:t>
            </a:r>
            <a:endParaRPr/>
          </a:p>
          <a:p>
            <a:pPr marL="457200" indent="-342900" algn="l">
              <a:lnSpc>
                <a:spcPct val="100000"/>
              </a:lnSpc>
              <a:spcBef>
                <a:spcPts val="1000"/>
              </a:spcBef>
              <a:buFont typeface="Arial"/>
              <a:buChar char="•"/>
              <a:defRPr/>
            </a:pPr>
            <a:r>
              <a:rPr lang="fr-FR" sz="2200" b="0">
                <a:solidFill>
                  <a:schemeClr val="accent5">
                    <a:lumMod val="75000"/>
                  </a:schemeClr>
                </a:solidFill>
              </a:rPr>
              <a:t>Modèle de Gartner : du client lourd au client léger</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Compromis : charge réseau, charge serveur, richesse du client</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437411" name="Title"/>
          <p:cNvSpPr txBox="1">
            <a:spLocks noGrp="1"/>
          </p:cNvSpPr>
          <p:nvPr>
            <p:ph type="title"/>
          </p:nvPr>
        </p:nvSpPr>
        <p:spPr bwMode="auto">
          <a:prstGeom prst="rect">
            <a:avLst/>
          </a:prstGeom>
        </p:spPr>
        <p:txBody>
          <a:bodyPr>
            <a:normAutofit/>
          </a:bodyPr>
          <a:lstStyle/>
          <a:p>
            <a:pPr>
              <a:defRPr/>
            </a:pPr>
            <a:r>
              <a:rPr lang="fr-FR"/>
              <a:t>Découpage </a:t>
            </a:r>
            <a:r>
              <a:rPr/>
              <a:t>Client/Serveur</a:t>
            </a:r>
            <a:endParaRPr/>
          </a:p>
        </p:txBody>
      </p:sp>
      <p:sp>
        <p:nvSpPr>
          <p:cNvPr id="288697477" name="Content"/>
          <p:cNvSpPr>
            <a:spLocks noGrp="1"/>
          </p:cNvSpPr>
          <p:nvPr>
            <p:ph idx="1"/>
          </p:nvPr>
        </p:nvSpPr>
        <p:spPr bwMode="auto">
          <a:xfrm flipH="0" flipV="0">
            <a:off x="838198" y="1825624"/>
            <a:ext cx="10720459" cy="4351338"/>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fr-FR" sz="2200" b="0" i="0" u="none" strike="noStrike" cap="none" spc="0">
                <a:solidFill>
                  <a:schemeClr val="accent5">
                    <a:lumMod val="75000"/>
                  </a:schemeClr>
                </a:solidFill>
                <a:latin typeface="Arial"/>
                <a:ea typeface="Arial"/>
                <a:cs typeface="Arial"/>
              </a:rPr>
              <a:t>Une application informatique est représentée</a:t>
            </a:r>
            <a:endParaRPr lang="fr-FR" sz="2200" b="0" i="0" u="none" strike="noStrike" cap="none" spc="0">
              <a:solidFill>
                <a:schemeClr val="accent5">
                  <a:lumMod val="75000"/>
                </a:schemeClr>
              </a:solidFill>
              <a:latin typeface="Arial"/>
              <a:cs typeface="Arial"/>
            </a:endParaRPr>
          </a:p>
          <a:p>
            <a:pPr>
              <a:defRPr/>
            </a:pPr>
            <a:r>
              <a:rPr lang="fr-FR" sz="2200" b="0" i="0" u="none" strike="noStrike" cap="none" spc="0">
                <a:solidFill>
                  <a:schemeClr val="accent5">
                    <a:lumMod val="75000"/>
                  </a:schemeClr>
                </a:solidFill>
                <a:latin typeface="Arial"/>
                <a:ea typeface="Arial"/>
                <a:cs typeface="Arial"/>
              </a:rPr>
              <a:t>selon un modèle en trois couches :</a:t>
            </a:r>
            <a:endParaRPr lang="fr-FR" sz="2200" b="0" i="0" u="none" strike="noStrike" cap="none" spc="0">
              <a:solidFill>
                <a:schemeClr val="accent5">
                  <a:lumMod val="75000"/>
                </a:schemeClr>
              </a:solidFill>
              <a:latin typeface="Arial"/>
              <a:cs typeface="Arial"/>
            </a:endParaRPr>
          </a:p>
          <a:p>
            <a:pPr marL="628649" marR="0" lvl="2"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la couche </a:t>
            </a:r>
            <a:r>
              <a:rPr lang="fr-FR" sz="2200" b="1" i="0" u="sng" strike="noStrike" cap="none" spc="0">
                <a:solidFill>
                  <a:schemeClr val="accent5">
                    <a:lumMod val="75000"/>
                  </a:schemeClr>
                </a:solidFill>
                <a:latin typeface="Arial"/>
                <a:ea typeface="Arial"/>
                <a:cs typeface="Arial"/>
              </a:rPr>
              <a:t>présentation </a:t>
            </a:r>
            <a:r>
              <a:rPr lang="fr-FR" sz="2200" b="0" i="0" u="none" strike="noStrike" cap="none" spc="0">
                <a:solidFill>
                  <a:schemeClr val="accent5">
                    <a:lumMod val="75000"/>
                  </a:schemeClr>
                </a:solidFill>
                <a:latin typeface="Arial"/>
                <a:ea typeface="Arial"/>
                <a:cs typeface="Arial"/>
              </a:rPr>
              <a:t>(interface Homme/Machine) :</a:t>
            </a:r>
            <a:endParaRPr sz="2200" b="0" i="0" u="none" strike="noStrike" cap="none" spc="0">
              <a:solidFill>
                <a:schemeClr val="accent5">
                  <a:lumMod val="75000"/>
                </a:schemeClr>
              </a:solidFill>
              <a:latin typeface="Arial"/>
              <a:cs typeface="Arial"/>
            </a:endParaRPr>
          </a:p>
          <a:p>
            <a:pPr marL="1028700" marR="0" lvl="4"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gestion de l'affichage…</a:t>
            </a:r>
            <a:endParaRPr sz="2200" b="0" i="0" u="none" strike="noStrike" cap="none" spc="0">
              <a:solidFill>
                <a:schemeClr val="accent5">
                  <a:lumMod val="75000"/>
                </a:schemeClr>
              </a:solidFill>
              <a:latin typeface="Arial"/>
              <a:cs typeface="Arial"/>
            </a:endParaRPr>
          </a:p>
          <a:p>
            <a:pPr marL="628649" marR="0" lvl="2"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la couche traitements (ou </a:t>
            </a:r>
            <a:r>
              <a:rPr lang="fr-FR" sz="2200" b="1" i="0" u="sng" strike="noStrike" cap="none" spc="0">
                <a:solidFill>
                  <a:schemeClr val="accent5">
                    <a:lumMod val="75000"/>
                  </a:schemeClr>
                </a:solidFill>
                <a:latin typeface="Arial"/>
                <a:ea typeface="Arial"/>
                <a:cs typeface="Arial"/>
              </a:rPr>
              <a:t>logique</a:t>
            </a:r>
            <a:r>
              <a:rPr lang="fr-FR" sz="2200" b="0" i="0" u="none" strike="noStrike" cap="none" spc="0">
                <a:solidFill>
                  <a:schemeClr val="accent5">
                    <a:lumMod val="75000"/>
                  </a:schemeClr>
                </a:solidFill>
                <a:latin typeface="Arial"/>
                <a:ea typeface="Arial"/>
                <a:cs typeface="Arial"/>
              </a:rPr>
              <a:t>) qui assure la</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fonctionnalité intrinsèque de l'application (algorithme)</a:t>
            </a:r>
            <a:endParaRPr sz="2200" b="0" i="0" u="none" strike="noStrike" cap="none" spc="0">
              <a:solidFill>
                <a:schemeClr val="accent5">
                  <a:lumMod val="75000"/>
                </a:schemeClr>
              </a:solidFill>
              <a:latin typeface="Arial"/>
              <a:cs typeface="Arial"/>
            </a:endParaRPr>
          </a:p>
          <a:p>
            <a:pPr marL="628649" marR="0" lvl="2"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la couche </a:t>
            </a:r>
            <a:r>
              <a:rPr lang="fr-FR" sz="2200" b="1" i="0" u="sng" strike="noStrike" cap="none" spc="0">
                <a:solidFill>
                  <a:schemeClr val="accent5">
                    <a:lumMod val="75000"/>
                  </a:schemeClr>
                </a:solidFill>
                <a:latin typeface="Arial"/>
                <a:ea typeface="Arial"/>
                <a:cs typeface="Arial"/>
              </a:rPr>
              <a:t>données </a:t>
            </a:r>
            <a:r>
              <a:rPr lang="fr-FR" sz="2200" b="0" i="0" u="none" strike="noStrike" cap="none" spc="0">
                <a:solidFill>
                  <a:schemeClr val="accent5">
                    <a:lumMod val="75000"/>
                  </a:schemeClr>
                </a:solidFill>
                <a:latin typeface="Arial"/>
                <a:ea typeface="Arial"/>
                <a:cs typeface="Arial"/>
              </a:rPr>
              <a:t>qui assure la gestion des données</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de l'application (stockage et accès)</a:t>
            </a:r>
            <a:endParaRPr sz="2200" b="0" i="0" u="none" strike="noStrike" cap="none" spc="0">
              <a:solidFill>
                <a:schemeClr val="accent5">
                  <a:lumMod val="75000"/>
                </a:schemeClr>
              </a:solidFill>
              <a:latin typeface="Arial"/>
              <a:cs typeface="Arial"/>
            </a:endParaRPr>
          </a:p>
        </p:txBody>
      </p:sp>
      <p:sp>
        <p:nvSpPr>
          <p:cNvPr id="253390841" name="Slide Number"/>
          <p:cNvSpPr txBox="1">
            <a:spLocks noGrp="1"/>
          </p:cNvSpPr>
          <p:nvPr>
            <p:ph type="sldNum" sz="quarter" idx="2"/>
          </p:nvPr>
        </p:nvSpPr>
        <p:spPr bwMode="auto">
          <a:prstGeom prst="rect">
            <a:avLst/>
          </a:prstGeom>
        </p:spPr>
        <p:txBody>
          <a:bodyPr/>
          <a:lstStyle/>
          <a:p>
            <a:pPr>
              <a:defRPr/>
            </a:pPr>
            <a:fld id="{A47E94A6-90B1-38C5-64D1-D2BF4EF13621}" type="slidenum">
              <a:rPr/>
              <a:t/>
            </a:fld>
            <a:endParaRPr/>
          </a:p>
        </p:txBody>
      </p:sp>
      <p:sp>
        <p:nvSpPr>
          <p:cNvPr id="389345713" name="Date"/>
          <p:cNvSpPr>
            <a:spLocks noGrp="1"/>
          </p:cNvSpPr>
          <p:nvPr>
            <p:ph type="dt" sz="half" idx="10"/>
          </p:nvPr>
        </p:nvSpPr>
        <p:spPr bwMode="auto"/>
        <p:txBody>
          <a:bodyPr/>
          <a:lstStyle/>
          <a:p>
            <a:pPr>
              <a:defRPr/>
            </a:pPr>
            <a:fld id="{46BEFF69-D19A-8ABC-C56C-2E480F5C9F5B}" type="datetime1">
              <a:rPr lang="fr-FR"/>
              <a:t/>
            </a:fld>
            <a:endParaRPr/>
          </a:p>
        </p:txBody>
      </p:sp>
      <p:sp>
        <p:nvSpPr>
          <p:cNvPr id="842888534"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0359459" name="Title"/>
          <p:cNvSpPr txBox="1">
            <a:spLocks noGrp="1"/>
          </p:cNvSpPr>
          <p:nvPr>
            <p:ph type="title"/>
          </p:nvPr>
        </p:nvSpPr>
        <p:spPr bwMode="auto">
          <a:prstGeom prst="rect">
            <a:avLst/>
          </a:prstGeom>
        </p:spPr>
        <p:txBody>
          <a:bodyPr>
            <a:normAutofit/>
          </a:bodyPr>
          <a:lstStyle/>
          <a:p>
            <a:pPr>
              <a:defRPr/>
            </a:pPr>
            <a:r>
              <a:rPr lang="fr-FR"/>
              <a:t>Découpage </a:t>
            </a:r>
            <a:r>
              <a:rPr/>
              <a:t>Client/Serveur</a:t>
            </a:r>
            <a:endParaRPr/>
          </a:p>
        </p:txBody>
      </p:sp>
      <p:sp>
        <p:nvSpPr>
          <p:cNvPr id="1992148256" name="Content"/>
          <p:cNvSpPr>
            <a:spLocks noGrp="1"/>
          </p:cNvSpPr>
          <p:nvPr>
            <p:ph idx="1"/>
          </p:nvPr>
        </p:nvSpPr>
        <p:spPr bwMode="auto">
          <a:xfrm flipH="0" flipV="0">
            <a:off x="838198" y="1825624"/>
            <a:ext cx="6507856" cy="4351338"/>
          </a:xfrm>
        </p:spPr>
        <p:txBody>
          <a:bodyPr>
            <a:normAutofit/>
          </a:bodyPr>
          <a:lstStyle/>
          <a:p>
            <a:pPr marL="457200" indent="-342900" algn="l">
              <a:lnSpc>
                <a:spcPct val="100000"/>
              </a:lnSpc>
              <a:spcBef>
                <a:spcPts val="999"/>
              </a:spcBef>
              <a:buFont typeface="Arial"/>
              <a:buChar char="•"/>
              <a:defRPr/>
            </a:pPr>
            <a:r>
              <a:rPr sz="2200" b="0">
                <a:solidFill>
                  <a:schemeClr val="accent5">
                    <a:lumMod val="75000"/>
                  </a:schemeClr>
                </a:solidFill>
              </a:rPr>
              <a:t>Autres exemples de découpage</a:t>
            </a:r>
            <a:endParaRPr lang="fr-FR" sz="2200" b="0">
              <a:solidFill>
                <a:schemeClr val="accent5">
                  <a:lumMod val="75000"/>
                </a:schemeClr>
              </a:solidFill>
            </a:endParaRPr>
          </a:p>
        </p:txBody>
      </p:sp>
      <p:sp>
        <p:nvSpPr>
          <p:cNvPr id="936783563" name="Slide Number"/>
          <p:cNvSpPr txBox="1">
            <a:spLocks noGrp="1"/>
          </p:cNvSpPr>
          <p:nvPr>
            <p:ph type="sldNum" sz="quarter" idx="2"/>
          </p:nvPr>
        </p:nvSpPr>
        <p:spPr bwMode="auto">
          <a:prstGeom prst="rect">
            <a:avLst/>
          </a:prstGeom>
        </p:spPr>
        <p:txBody>
          <a:bodyPr/>
          <a:lstStyle/>
          <a:p>
            <a:pPr>
              <a:defRPr/>
            </a:pPr>
            <a:fld id="{0EF749EA-AE86-07CD-11C3-A3459B7F5BBA}" type="slidenum">
              <a:rPr/>
              <a:t/>
            </a:fld>
            <a:endParaRPr/>
          </a:p>
        </p:txBody>
      </p:sp>
      <p:sp>
        <p:nvSpPr>
          <p:cNvPr id="925812989" name="Date"/>
          <p:cNvSpPr>
            <a:spLocks noGrp="1"/>
          </p:cNvSpPr>
          <p:nvPr>
            <p:ph type="dt" sz="half" idx="10"/>
          </p:nvPr>
        </p:nvSpPr>
        <p:spPr bwMode="auto"/>
        <p:txBody>
          <a:bodyPr/>
          <a:lstStyle/>
          <a:p>
            <a:pPr>
              <a:defRPr/>
            </a:pPr>
            <a:fld id="{B46DEFAE-F7AB-03DA-CB32-2DD5CB31293D}" type="datetime1">
              <a:rPr lang="fr-FR"/>
              <a:t/>
            </a:fld>
            <a:endParaRPr/>
          </a:p>
        </p:txBody>
      </p:sp>
      <p:sp>
        <p:nvSpPr>
          <p:cNvPr id="13327707" name="Footer"/>
          <p:cNvSpPr>
            <a:spLocks noGrp="1"/>
          </p:cNvSpPr>
          <p:nvPr>
            <p:ph type="ftr" sz="quarter" idx="11"/>
          </p:nvPr>
        </p:nvSpPr>
        <p:spPr bwMode="auto"/>
        <p:txBody>
          <a:bodyPr/>
          <a:lstStyle/>
          <a:p>
            <a:pPr>
              <a:defRPr/>
            </a:pPr>
            <a:r>
              <a:rPr/>
              <a:t>CM | LD</a:t>
            </a:r>
            <a:endParaRPr/>
          </a:p>
        </p:txBody>
      </p:sp>
      <p:pic>
        <p:nvPicPr>
          <p:cNvPr id="116864519" name=""/>
          <p:cNvPicPr>
            <a:picLocks noChangeAspect="1"/>
          </p:cNvPicPr>
          <p:nvPr/>
        </p:nvPicPr>
        <p:blipFill>
          <a:blip r:embed="rId3"/>
          <a:stretch/>
        </p:blipFill>
        <p:spPr bwMode="auto">
          <a:xfrm>
            <a:off x="2000250" y="2543272"/>
            <a:ext cx="8191499" cy="3105149"/>
          </a:xfrm>
          <a:prstGeom prst="rect">
            <a:avLst/>
          </a:prstGeom>
        </p:spPr>
      </p:pic>
      <p:sp>
        <p:nvSpPr>
          <p:cNvPr id="1818156322" name="Content"/>
          <p:cNvSpPr>
            <a:spLocks noGrp="1"/>
          </p:cNvSpPr>
          <p:nvPr/>
        </p:nvSpPr>
        <p:spPr bwMode="auto">
          <a:xfrm flipH="0" flipV="0">
            <a:off x="1167350" y="7502164"/>
            <a:ext cx="5520793" cy="1029853"/>
          </a:xfrm>
        </p:spPr>
        <p:txBody>
          <a:bodyPr vert="horz" lIns="91440" tIns="45720" rIns="91440" bIns="45720" rtlCol="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457200" indent="-342900" algn="l">
              <a:lnSpc>
                <a:spcPct val="100000"/>
              </a:lnSpc>
              <a:spcBef>
                <a:spcPts val="998"/>
              </a:spcBef>
              <a:buFont typeface="Arial"/>
              <a:buChar char="•"/>
              <a:defRPr/>
            </a:pPr>
            <a:r>
              <a:rPr sz="2200" b="0">
                <a:solidFill>
                  <a:schemeClr val="accent5">
                    <a:lumMod val="75000"/>
                  </a:schemeClr>
                </a:solidFill>
              </a:rPr>
              <a:t>Autres exemples de découpage</a:t>
            </a:r>
            <a:endParaRPr lang="fr-FR" sz="2200" b="0">
              <a:solidFill>
                <a:schemeClr val="accent5">
                  <a:lumMod val="75000"/>
                </a:schemeClr>
              </a:solidFill>
            </a:endParaRPr>
          </a:p>
        </p:txBody>
      </p:sp>
      <p:sp>
        <p:nvSpPr>
          <p:cNvPr id="2081341020" name="Content"/>
          <p:cNvSpPr>
            <a:spLocks noGrp="1"/>
          </p:cNvSpPr>
          <p:nvPr/>
        </p:nvSpPr>
        <p:spPr bwMode="auto">
          <a:xfrm flipH="0" flipV="0">
            <a:off x="4847930" y="5648419"/>
            <a:ext cx="1309956" cy="565247"/>
          </a:xfrm>
        </p:spPr>
        <p:txBody>
          <a:bodyPr vert="horz" lIns="91440" tIns="45720" rIns="91440" bIns="45720" rtlCol="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9" indent="0" algn="l">
              <a:lnSpc>
                <a:spcPct val="100000"/>
              </a:lnSpc>
              <a:spcBef>
                <a:spcPts val="998"/>
              </a:spcBef>
              <a:buFont typeface="Arial"/>
              <a:buNone/>
              <a:defRPr/>
            </a:pPr>
            <a:r>
              <a:rPr sz="2200" b="0">
                <a:solidFill>
                  <a:schemeClr val="accent5">
                    <a:lumMod val="75000"/>
                  </a:schemeClr>
                </a:solidFill>
              </a:rPr>
              <a:t>NFS</a:t>
            </a:r>
            <a:endParaRPr lang="fr-FR" sz="2200" b="0">
              <a:solidFill>
                <a:schemeClr val="accent5">
                  <a:lumMod val="75000"/>
                </a:schemeClr>
              </a:solidFill>
            </a:endParaRPr>
          </a:p>
        </p:txBody>
      </p:sp>
      <p:sp>
        <p:nvSpPr>
          <p:cNvPr id="592273320" name="Content"/>
          <p:cNvSpPr>
            <a:spLocks noGrp="1"/>
          </p:cNvSpPr>
          <p:nvPr/>
        </p:nvSpPr>
        <p:spPr bwMode="auto">
          <a:xfrm flipH="0" flipV="0">
            <a:off x="8153399" y="5648419"/>
            <a:ext cx="1309955" cy="565246"/>
          </a:xfrm>
        </p:spPr>
        <p:txBody>
          <a:bodyPr vert="horz" lIns="91440" tIns="45720" rIns="91440" bIns="45720" rtlCol="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8" indent="0" algn="l">
              <a:lnSpc>
                <a:spcPct val="100000"/>
              </a:lnSpc>
              <a:spcBef>
                <a:spcPts val="998"/>
              </a:spcBef>
              <a:buFont typeface="Arial"/>
              <a:buNone/>
              <a:defRPr/>
            </a:pPr>
            <a:r>
              <a:rPr sz="2200" b="0">
                <a:solidFill>
                  <a:schemeClr val="accent5">
                    <a:lumMod val="75000"/>
                  </a:schemeClr>
                </a:solidFill>
              </a:rPr>
              <a:t>telnet</a:t>
            </a:r>
            <a:endParaRPr lang="fr-FR" sz="2200" b="0">
              <a:solidFill>
                <a:schemeClr val="accent5">
                  <a:lumMod val="75000"/>
                </a:schemeClr>
              </a:solidFill>
            </a:endParaRPr>
          </a:p>
        </p:txBody>
      </p:sp>
      <p:sp>
        <p:nvSpPr>
          <p:cNvPr id="1064714265" name="Content"/>
          <p:cNvSpPr>
            <a:spLocks noGrp="1"/>
          </p:cNvSpPr>
          <p:nvPr/>
        </p:nvSpPr>
        <p:spPr bwMode="auto">
          <a:xfrm flipH="0" flipV="0">
            <a:off x="2209799" y="5648419"/>
            <a:ext cx="1309955" cy="565246"/>
          </a:xfrm>
        </p:spPr>
        <p:txBody>
          <a:bodyPr vert="horz" lIns="91440" tIns="45720" rIns="91440" bIns="45720" rtlCol="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8" indent="0" algn="l">
              <a:lnSpc>
                <a:spcPct val="100000"/>
              </a:lnSpc>
              <a:spcBef>
                <a:spcPts val="998"/>
              </a:spcBef>
              <a:buFont typeface="Arial"/>
              <a:buNone/>
              <a:defRPr/>
            </a:pPr>
            <a:r>
              <a:rPr sz="2200" b="0">
                <a:solidFill>
                  <a:schemeClr val="accent5">
                    <a:lumMod val="75000"/>
                  </a:schemeClr>
                </a:solidFill>
              </a:rPr>
              <a:t>Oracle</a:t>
            </a:r>
            <a:endParaRPr lang="fr-FR" sz="2200" b="0">
              <a:solidFill>
                <a:schemeClr val="accent5">
                  <a:lumMod val="7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Architectures </a:t>
            </a:r>
            <a:r>
              <a:rPr lang="fr-FR" b="1"/>
              <a:t>2-tiers</a:t>
            </a:r>
            <a:r>
              <a:rPr lang="fr-FR"/>
              <a:t> et 3-tiers</a:t>
            </a:r>
            <a:endParaRPr/>
          </a:p>
        </p:txBody>
      </p:sp>
      <p:sp>
        <p:nvSpPr>
          <p:cNvPr id="9011" name="Content"/>
          <p:cNvSpPr>
            <a:spLocks noGrp="1"/>
          </p:cNvSpPr>
          <p:nvPr>
            <p:ph idx="1"/>
          </p:nvPr>
        </p:nvSpPr>
        <p:spPr bwMode="auto">
          <a:xfrm flipH="0" flipV="0">
            <a:off x="838198" y="1825624"/>
            <a:ext cx="3807469" cy="4351338"/>
          </a:xfrm>
        </p:spPr>
        <p:txBody>
          <a:bodyPr>
            <a:normAutofit/>
          </a:bodyPr>
          <a:lstStyle/>
          <a:p>
            <a:pPr marL="457200" indent="-342900" algn="l">
              <a:lnSpc>
                <a:spcPct val="100000"/>
              </a:lnSpc>
              <a:spcBef>
                <a:spcPts val="1000"/>
              </a:spcBef>
              <a:buFont typeface="Arial"/>
              <a:buChar char="•"/>
              <a:defRPr/>
            </a:pPr>
            <a:r>
              <a:rPr lang="fr-FR" sz="2200" b="1">
                <a:solidFill>
                  <a:schemeClr val="accent5">
                    <a:lumMod val="75000"/>
                  </a:schemeClr>
                </a:solidFill>
              </a:rPr>
              <a:t>2-tiers : client riche ↔ serveur de données</a:t>
            </a:r>
            <a:endParaRPr/>
          </a:p>
          <a:p>
            <a:pPr marL="457200" indent="-342900" algn="l">
              <a:lnSpc>
                <a:spcPct val="100000"/>
              </a:lnSpc>
              <a:spcBef>
                <a:spcPts val="1000"/>
              </a:spcBef>
              <a:buFont typeface="Arial"/>
              <a:buChar char="•"/>
              <a:defRPr/>
            </a:pPr>
            <a:r>
              <a:rPr lang="fr-FR" sz="2200" b="0">
                <a:solidFill>
                  <a:schemeClr val="accent5">
                    <a:lumMod val="75000"/>
                  </a:schemeClr>
                </a:solidFill>
              </a:rPr>
              <a:t>3-tiers : présentation / logique métier / données séparées</a:t>
            </a:r>
            <a:endParaRPr/>
          </a:p>
          <a:p>
            <a:pPr marL="857250" lvl="1" indent="-342900" algn="l">
              <a:lnSpc>
                <a:spcPct val="100000"/>
              </a:lnSpc>
              <a:spcBef>
                <a:spcPts val="1000"/>
              </a:spcBef>
              <a:buFont typeface="Arial"/>
              <a:buChar char="•"/>
              <a:defRPr/>
            </a:pPr>
            <a:r>
              <a:rPr lang="fr-FR" sz="2200" b="0">
                <a:solidFill>
                  <a:schemeClr val="accent5">
                    <a:lumMod val="75000"/>
                  </a:schemeClr>
                </a:solidFill>
              </a:rPr>
              <a:t>Meilleure évolutivité et maintenance</a:t>
            </a:r>
            <a:endParaRPr sz="2800"/>
          </a:p>
          <a:p>
            <a:pPr marL="857250" lvl="1" indent="-342900" algn="l">
              <a:lnSpc>
                <a:spcPct val="100000"/>
              </a:lnSpc>
              <a:spcBef>
                <a:spcPts val="1000"/>
              </a:spcBef>
              <a:buFont typeface="Arial"/>
              <a:buChar char="•"/>
              <a:defRPr/>
            </a:pPr>
            <a:r>
              <a:rPr lang="fr-FR" sz="2200" b="0">
                <a:solidFill>
                  <a:schemeClr val="accent5">
                    <a:lumMod val="75000"/>
                  </a:schemeClr>
                </a:solidFill>
              </a:rPr>
              <a:t>Socle des architectures web</a:t>
            </a:r>
            <a:endParaRPr sz="2800"/>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2103783899" name=""/>
          <p:cNvPicPr>
            <a:picLocks noChangeAspect="1"/>
          </p:cNvPicPr>
          <p:nvPr/>
        </p:nvPicPr>
        <p:blipFill>
          <a:blip r:embed="rId3"/>
          <a:stretch/>
        </p:blipFill>
        <p:spPr bwMode="auto">
          <a:xfrm>
            <a:off x="4526829" y="2139156"/>
            <a:ext cx="7324724" cy="37242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5856501" name="Title"/>
          <p:cNvSpPr txBox="1">
            <a:spLocks noGrp="1"/>
          </p:cNvSpPr>
          <p:nvPr>
            <p:ph type="title"/>
          </p:nvPr>
        </p:nvSpPr>
        <p:spPr bwMode="auto">
          <a:prstGeom prst="rect">
            <a:avLst/>
          </a:prstGeom>
        </p:spPr>
        <p:txBody>
          <a:bodyPr>
            <a:normAutofit/>
          </a:bodyPr>
          <a:lstStyle/>
          <a:p>
            <a:pPr>
              <a:defRPr/>
            </a:pPr>
            <a:r>
              <a:rPr lang="fr-FR"/>
              <a:t>Architectures 2-tiers et </a:t>
            </a:r>
            <a:r>
              <a:rPr lang="fr-FR" b="1"/>
              <a:t>3-tiers</a:t>
            </a:r>
            <a:endParaRPr b="1"/>
          </a:p>
        </p:txBody>
      </p:sp>
      <p:sp>
        <p:nvSpPr>
          <p:cNvPr id="1062346723" name="Content"/>
          <p:cNvSpPr>
            <a:spLocks noGrp="1"/>
          </p:cNvSpPr>
          <p:nvPr>
            <p:ph idx="1"/>
          </p:nvPr>
        </p:nvSpPr>
        <p:spPr bwMode="auto">
          <a:xfrm flipH="0" flipV="0">
            <a:off x="838198" y="1825624"/>
            <a:ext cx="3807469" cy="4351338"/>
          </a:xfrm>
        </p:spPr>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2-tiers : client riche ↔ serveur de données</a:t>
            </a:r>
            <a:endParaRPr/>
          </a:p>
          <a:p>
            <a:pPr marL="457200" indent="-342900" algn="l">
              <a:lnSpc>
                <a:spcPct val="100000"/>
              </a:lnSpc>
              <a:spcBef>
                <a:spcPts val="999"/>
              </a:spcBef>
              <a:buFont typeface="Arial"/>
              <a:buChar char="•"/>
              <a:defRPr/>
            </a:pPr>
            <a:r>
              <a:rPr lang="fr-FR" sz="2200" b="1">
                <a:solidFill>
                  <a:schemeClr val="accent5">
                    <a:lumMod val="75000"/>
                  </a:schemeClr>
                </a:solidFill>
              </a:rPr>
              <a:t>3-tiers : présentation / logique métier / données séparées</a:t>
            </a:r>
            <a:endParaRPr/>
          </a:p>
          <a:p>
            <a:pPr marL="857250" lvl="1" indent="-342900" algn="l">
              <a:lnSpc>
                <a:spcPct val="100000"/>
              </a:lnSpc>
              <a:spcBef>
                <a:spcPts val="999"/>
              </a:spcBef>
              <a:buFont typeface="Arial"/>
              <a:buChar char="•"/>
              <a:defRPr/>
            </a:pPr>
            <a:r>
              <a:rPr lang="fr-FR" sz="2200" b="0">
                <a:solidFill>
                  <a:schemeClr val="accent5">
                    <a:lumMod val="75000"/>
                  </a:schemeClr>
                </a:solidFill>
              </a:rPr>
              <a:t>Meilleure évolutivité et maintenance</a:t>
            </a:r>
            <a:endParaRPr sz="2800"/>
          </a:p>
          <a:p>
            <a:pPr marL="857250" lvl="1" indent="-342900" algn="l">
              <a:lnSpc>
                <a:spcPct val="100000"/>
              </a:lnSpc>
              <a:spcBef>
                <a:spcPts val="999"/>
              </a:spcBef>
              <a:buFont typeface="Arial"/>
              <a:buChar char="•"/>
              <a:defRPr/>
            </a:pPr>
            <a:r>
              <a:rPr lang="fr-FR" sz="2200" b="0">
                <a:solidFill>
                  <a:schemeClr val="accent5">
                    <a:lumMod val="75000"/>
                  </a:schemeClr>
                </a:solidFill>
              </a:rPr>
              <a:t>Socle des architectures web</a:t>
            </a:r>
            <a:endParaRPr/>
          </a:p>
        </p:txBody>
      </p:sp>
      <p:sp>
        <p:nvSpPr>
          <p:cNvPr id="2011220451" name="Slide Number"/>
          <p:cNvSpPr txBox="1">
            <a:spLocks noGrp="1"/>
          </p:cNvSpPr>
          <p:nvPr>
            <p:ph type="sldNum" sz="quarter" idx="2"/>
          </p:nvPr>
        </p:nvSpPr>
        <p:spPr bwMode="auto">
          <a:prstGeom prst="rect">
            <a:avLst/>
          </a:prstGeom>
        </p:spPr>
        <p:txBody>
          <a:bodyPr/>
          <a:lstStyle/>
          <a:p>
            <a:pPr>
              <a:defRPr/>
            </a:pPr>
            <a:fld id="{CA4AEE75-2D60-BC09-6FD8-35E06B4DEF4F}" type="slidenum">
              <a:rPr/>
              <a:t/>
            </a:fld>
            <a:endParaRPr/>
          </a:p>
        </p:txBody>
      </p:sp>
      <p:sp>
        <p:nvSpPr>
          <p:cNvPr id="1181912230" name="Date"/>
          <p:cNvSpPr>
            <a:spLocks noGrp="1"/>
          </p:cNvSpPr>
          <p:nvPr>
            <p:ph type="dt" sz="half" idx="10"/>
          </p:nvPr>
        </p:nvSpPr>
        <p:spPr bwMode="auto"/>
        <p:txBody>
          <a:bodyPr/>
          <a:lstStyle/>
          <a:p>
            <a:pPr>
              <a:defRPr/>
            </a:pPr>
            <a:fld id="{25119E36-1FE1-24AD-2AC7-E81E29340F76}" type="datetime1">
              <a:rPr lang="fr-FR"/>
              <a:t/>
            </a:fld>
            <a:endParaRPr/>
          </a:p>
        </p:txBody>
      </p:sp>
      <p:sp>
        <p:nvSpPr>
          <p:cNvPr id="1343843252" name="Footer"/>
          <p:cNvSpPr>
            <a:spLocks noGrp="1"/>
          </p:cNvSpPr>
          <p:nvPr>
            <p:ph type="ftr" sz="quarter" idx="11"/>
          </p:nvPr>
        </p:nvSpPr>
        <p:spPr bwMode="auto"/>
        <p:txBody>
          <a:bodyPr/>
          <a:lstStyle/>
          <a:p>
            <a:pPr>
              <a:defRPr/>
            </a:pPr>
            <a:r>
              <a:rPr/>
              <a:t>CM | LD</a:t>
            </a:r>
            <a:endParaRPr/>
          </a:p>
        </p:txBody>
      </p:sp>
      <p:pic>
        <p:nvPicPr>
          <p:cNvPr id="57951050" name=""/>
          <p:cNvPicPr>
            <a:picLocks noChangeAspect="1"/>
          </p:cNvPicPr>
          <p:nvPr/>
        </p:nvPicPr>
        <p:blipFill>
          <a:blip r:embed="rId3"/>
          <a:stretch/>
        </p:blipFill>
        <p:spPr bwMode="auto">
          <a:xfrm flipH="0" flipV="0">
            <a:off x="4645666" y="1738065"/>
            <a:ext cx="7327255" cy="39093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Du 2-tiers aux microservices</a:t>
            </a:r>
            <a:endParaRPr/>
          </a:p>
        </p:txBody>
      </p:sp>
      <p:pic>
        <p:nvPicPr>
          <p:cNvPr id="9012" name="img14"/>
          <p:cNvPicPr>
            <a:picLocks noChangeAspect="1"/>
          </p:cNvPicPr>
          <p:nvPr/>
        </p:nvPicPr>
        <p:blipFill>
          <a:blip r:embed="rId3"/>
          <a:stretch/>
        </p:blipFill>
        <p:spPr bwMode="auto">
          <a:xfrm>
            <a:off x="1240544" y="1783080"/>
            <a:ext cx="9710911"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
        <p:nvSpPr>
          <p:cNvPr id="442594857" name=""/>
          <p:cNvSpPr/>
          <p:nvPr/>
        </p:nvSpPr>
        <p:spPr bwMode="auto">
          <a:xfrm flipH="0" flipV="0">
            <a:off x="4812602" y="3554690"/>
            <a:ext cx="2651288" cy="815025"/>
          </a:xfrm>
          <a:prstGeom prst="ellipse">
            <a:avLst/>
          </a:prstGeom>
          <a:noFill/>
          <a:ln w="5715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646012113" name=""/>
          <p:cNvSpPr/>
          <p:nvPr/>
        </p:nvSpPr>
        <p:spPr bwMode="auto">
          <a:xfrm flipH="0" flipV="0">
            <a:off x="8038533" y="3021487"/>
            <a:ext cx="2076646" cy="1996321"/>
          </a:xfrm>
          <a:prstGeom prst="ellipse">
            <a:avLst/>
          </a:prstGeom>
          <a:noFill/>
          <a:ln w="57150" cap="flat" cmpd="sng" algn="ctr">
            <a:solidFill>
              <a:schemeClr val="accent1">
                <a:shade val="5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sp>
      <p:sp>
        <p:nvSpPr>
          <p:cNvPr id="1579806360" name="Content"/>
          <p:cNvSpPr>
            <a:spLocks noGrp="1"/>
          </p:cNvSpPr>
          <p:nvPr/>
        </p:nvSpPr>
        <p:spPr bwMode="auto">
          <a:xfrm flipH="0" flipV="0">
            <a:off x="4959896" y="5017808"/>
            <a:ext cx="2356700" cy="565246"/>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8" indent="0" algn="l">
              <a:lnSpc>
                <a:spcPct val="100000"/>
              </a:lnSpc>
              <a:spcBef>
                <a:spcPts val="998"/>
              </a:spcBef>
              <a:buFont typeface="Arial"/>
              <a:buNone/>
              <a:defRPr/>
            </a:pPr>
            <a:r>
              <a:rPr sz="2200" b="0">
                <a:solidFill>
                  <a:schemeClr val="accent5">
                    <a:lumMod val="75000"/>
                  </a:schemeClr>
                </a:solidFill>
              </a:rPr>
              <a:t>1 bloc logique métier</a:t>
            </a:r>
            <a:endParaRPr lang="fr-FR" sz="2200" b="0">
              <a:solidFill>
                <a:schemeClr val="accent5">
                  <a:lumMod val="75000"/>
                </a:schemeClr>
              </a:solidFill>
            </a:endParaRPr>
          </a:p>
        </p:txBody>
      </p:sp>
      <p:sp>
        <p:nvSpPr>
          <p:cNvPr id="1969534334" name="Content"/>
          <p:cNvSpPr>
            <a:spLocks noGrp="1"/>
          </p:cNvSpPr>
          <p:nvPr/>
        </p:nvSpPr>
        <p:spPr bwMode="auto">
          <a:xfrm flipH="0" flipV="0">
            <a:off x="7611185" y="5170208"/>
            <a:ext cx="2889511" cy="927754"/>
          </a:xfrm>
        </p:spPr>
        <p:txBody>
          <a:bodyPr vertOverflow="overflow" horzOverflow="overflow" vert="horz" wrap="square" lIns="91440" tIns="45720" rIns="91440" bIns="45720" numCol="1" spcCol="0" rtlCol="0" fromWordArt="0" anchor="t" anchorCtr="0" forceAA="0" upright="0" compatLnSpc="0">
            <a:normAutofit fontScale="85000" lnSpcReduction="3000"/>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8" indent="0" algn="l">
              <a:lnSpc>
                <a:spcPct val="100000"/>
              </a:lnSpc>
              <a:spcBef>
                <a:spcPts val="998"/>
              </a:spcBef>
              <a:buFont typeface="Arial"/>
              <a:buNone/>
              <a:defRPr/>
            </a:pPr>
            <a:r>
              <a:rPr sz="2200" b="0">
                <a:solidFill>
                  <a:schemeClr val="accent5">
                    <a:lumMod val="75000"/>
                  </a:schemeClr>
                </a:solidFill>
              </a:rPr>
              <a:t>N</a:t>
            </a:r>
            <a:r>
              <a:rPr sz="2200" b="0">
                <a:solidFill>
                  <a:schemeClr val="accent5">
                    <a:lumMod val="75000"/>
                  </a:schemeClr>
                </a:solidFill>
              </a:rPr>
              <a:t> bloc</a:t>
            </a:r>
            <a:r>
              <a:rPr sz="2200" b="0">
                <a:solidFill>
                  <a:schemeClr val="accent5">
                    <a:lumMod val="75000"/>
                  </a:schemeClr>
                </a:solidFill>
              </a:rPr>
              <a:t>s</a:t>
            </a:r>
            <a:r>
              <a:rPr sz="2200" b="0">
                <a:solidFill>
                  <a:schemeClr val="accent5">
                    <a:lumMod val="75000"/>
                  </a:schemeClr>
                </a:solidFill>
              </a:rPr>
              <a:t> et pour chaque bloc sa propre base de données et une API</a:t>
            </a:r>
            <a:endParaRPr lang="fr-FR" sz="2200" b="0">
              <a:solidFill>
                <a:schemeClr val="accent5">
                  <a:lumMod val="75000"/>
                </a:schemeClr>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Architectures modernes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Microservices : services indépendants, déployables séparément</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Conteneurs (Docker) et orchestration (Kubernetes)</a:t>
            </a:r>
            <a:endParaRPr/>
          </a:p>
          <a:p>
            <a:pPr marL="457200" indent="-342900" algn="l">
              <a:lnSpc>
                <a:spcPct val="100000"/>
              </a:lnSpc>
              <a:spcBef>
                <a:spcPts val="1000"/>
              </a:spcBef>
              <a:buFont typeface="Arial"/>
              <a:buChar char="•"/>
              <a:defRPr/>
            </a:pPr>
            <a:r>
              <a:rPr lang="fr-FR" sz="2200" b="0">
                <a:solidFill>
                  <a:schemeClr val="accent5">
                    <a:lumMod val="75000"/>
                  </a:schemeClr>
                </a:solidFill>
              </a:rPr>
              <a:t>Cloud et serverless : élasticité, facturation à l'usage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Communication : REST, gRPC,</a:t>
            </a:r>
            <a:r>
              <a:rPr lang="fr-FR" sz="2200" b="0">
                <a:solidFill>
                  <a:schemeClr val="accent5">
                    <a:lumMod val="75000"/>
                  </a:schemeClr>
                </a:solidFill>
              </a:rPr>
              <a:t> files de messages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8778473"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308363002" name="Content"/>
          <p:cNvSpPr>
            <a:spLocks noGrp="1"/>
          </p:cNvSpPr>
          <p:nvPr>
            <p:ph idx="1"/>
          </p:nvPr>
        </p:nvSpPr>
        <p:spPr bwMode="auto"/>
        <p:txBody>
          <a:bodyPr>
            <a:normAutofit/>
          </a:bodyPr>
          <a:lstStyle/>
          <a:p>
            <a:pPr marL="457200" indent="-342900" algn="l">
              <a:lnSpc>
                <a:spcPct val="100000"/>
              </a:lnSpc>
              <a:spcBef>
                <a:spcPts val="998"/>
              </a:spcBef>
              <a:buFont typeface="Arial"/>
              <a:buChar char="•"/>
              <a:defRPr/>
            </a:pPr>
            <a:r>
              <a:rPr lang="fr-FR" sz="2200" b="0">
                <a:solidFill>
                  <a:schemeClr val="accent5">
                    <a:lumMod val="75000"/>
                  </a:schemeClr>
                </a:solidFill>
              </a:rPr>
              <a:t>Organisation pratique et contenu du module</a:t>
            </a:r>
            <a:endParaRPr i="0"/>
          </a:p>
          <a:p>
            <a:pPr marL="457200" indent="-342900" algn="l">
              <a:lnSpc>
                <a:spcPct val="100000"/>
              </a:lnSpc>
              <a:spcBef>
                <a:spcPts val="998"/>
              </a:spcBef>
              <a:buFont typeface="Arial"/>
              <a:buChar char="•"/>
              <a:defRPr/>
            </a:pPr>
            <a:r>
              <a:rPr lang="fr-FR" sz="2200" b="0" i="0">
                <a:solidFill>
                  <a:schemeClr val="accent5">
                    <a:lumMod val="75000"/>
                  </a:schemeClr>
                </a:solidFill>
              </a:rPr>
              <a:t>Rappels : Internet et le modèle TCP/IP</a:t>
            </a:r>
            <a:endParaRPr/>
          </a:p>
          <a:p>
            <a:pPr marL="457200" indent="-342900" algn="l">
              <a:lnSpc>
                <a:spcPct val="100000"/>
              </a:lnSpc>
              <a:spcBef>
                <a:spcPts val="998"/>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998"/>
              </a:spcBef>
              <a:buFont typeface="Arial"/>
              <a:buChar char="•"/>
              <a:defRPr/>
            </a:pPr>
            <a:r>
              <a:rPr lang="fr-FR" sz="2200" b="1">
                <a:solidFill>
                  <a:schemeClr val="accent5">
                    <a:lumMod val="75000"/>
                  </a:schemeClr>
                </a:solidFill>
              </a:rPr>
              <a:t>Communications inter-processus et sockets</a:t>
            </a:r>
            <a:endParaRPr/>
          </a:p>
          <a:p>
            <a:pPr marL="457200" indent="-342900" algn="l">
              <a:lnSpc>
                <a:spcPct val="100000"/>
              </a:lnSpc>
              <a:spcBef>
                <a:spcPts val="998"/>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998"/>
              </a:spcBef>
              <a:buFont typeface="Arial"/>
              <a:buChar char="•"/>
              <a:defRPr/>
            </a:pPr>
            <a:r>
              <a:rPr lang="fr-FR" sz="2200" b="0">
                <a:solidFill>
                  <a:schemeClr val="accent5">
                    <a:lumMod val="75000"/>
                  </a:schemeClr>
                </a:solidFill>
              </a:rPr>
              <a:t>Exercices</a:t>
            </a:r>
            <a:endParaRPr/>
          </a:p>
        </p:txBody>
      </p:sp>
      <p:sp>
        <p:nvSpPr>
          <p:cNvPr id="2012967874" name="Slide Number"/>
          <p:cNvSpPr txBox="1">
            <a:spLocks noGrp="1"/>
          </p:cNvSpPr>
          <p:nvPr>
            <p:ph type="sldNum" sz="quarter" idx="2"/>
          </p:nvPr>
        </p:nvSpPr>
        <p:spPr bwMode="auto">
          <a:prstGeom prst="rect">
            <a:avLst/>
          </a:prstGeom>
        </p:spPr>
        <p:txBody>
          <a:bodyPr/>
          <a:lstStyle/>
          <a:p>
            <a:pPr>
              <a:defRPr/>
            </a:pPr>
            <a:fld id="{DE50D57A-C0F6-AFBE-B756-6631416B226C}" type="slidenum">
              <a:rPr/>
              <a:t/>
            </a:fld>
            <a:endParaRPr/>
          </a:p>
        </p:txBody>
      </p:sp>
      <p:sp>
        <p:nvSpPr>
          <p:cNvPr id="1174954245" name="Date"/>
          <p:cNvSpPr>
            <a:spLocks noGrp="1"/>
          </p:cNvSpPr>
          <p:nvPr>
            <p:ph type="dt" sz="half" idx="10"/>
          </p:nvPr>
        </p:nvSpPr>
        <p:spPr bwMode="auto"/>
        <p:txBody>
          <a:bodyPr/>
          <a:lstStyle/>
          <a:p>
            <a:pPr>
              <a:defRPr/>
            </a:pPr>
            <a:fld id="{2F70B2FE-C971-5074-D8C1-C6F8E056E88C}" type="datetime1">
              <a:rPr lang="fr-FR"/>
              <a:t/>
            </a:fld>
            <a:endParaRPr/>
          </a:p>
        </p:txBody>
      </p:sp>
      <p:sp>
        <p:nvSpPr>
          <p:cNvPr id="2128312281"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Communications entre processus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modes de communication</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Local (même machine) ou distant (réseau)</a:t>
            </a:r>
            <a:endParaRPr/>
          </a:p>
          <a:p>
            <a:pPr marL="457200" indent="-342900" algn="l">
              <a:lnSpc>
                <a:spcPct val="100000"/>
              </a:lnSpc>
              <a:spcBef>
                <a:spcPts val="1000"/>
              </a:spcBef>
              <a:buFont typeface="Arial"/>
              <a:buChar char="•"/>
              <a:defRPr/>
            </a:pPr>
            <a:r>
              <a:rPr sz="2200" b="0">
                <a:solidFill>
                  <a:schemeClr val="accent5">
                    <a:lumMod val="75000"/>
                  </a:schemeClr>
                </a:solidFill>
              </a:rPr>
              <a:t>N</a:t>
            </a:r>
            <a:r>
              <a:rPr lang="fr-FR" sz="2200" b="0">
                <a:solidFill>
                  <a:schemeClr val="accent5">
                    <a:lumMod val="75000"/>
                  </a:schemeClr>
                </a:solidFill>
              </a:rPr>
              <a:t>on connecté (datagrammes, UDP)</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1275575598" name=""/>
          <p:cNvPicPr>
            <a:picLocks noChangeAspect="1"/>
          </p:cNvPicPr>
          <p:nvPr/>
        </p:nvPicPr>
        <p:blipFill>
          <a:blip r:embed="rId3"/>
          <a:stretch/>
        </p:blipFill>
        <p:spPr bwMode="auto">
          <a:xfrm flipH="0" flipV="0">
            <a:off x="2275677" y="2994973"/>
            <a:ext cx="7640644" cy="309283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5080707" name="Title"/>
          <p:cNvSpPr txBox="1">
            <a:spLocks noGrp="1"/>
          </p:cNvSpPr>
          <p:nvPr>
            <p:ph type="title"/>
          </p:nvPr>
        </p:nvSpPr>
        <p:spPr bwMode="auto">
          <a:prstGeom prst="rect">
            <a:avLst/>
          </a:prstGeom>
        </p:spPr>
        <p:txBody>
          <a:bodyPr>
            <a:normAutofit/>
          </a:bodyPr>
          <a:lstStyle/>
          <a:p>
            <a:pPr>
              <a:defRPr/>
            </a:pPr>
            <a:r>
              <a:rPr lang="fr-FR"/>
              <a:t>Les modes de communication</a:t>
            </a:r>
            <a:endParaRPr/>
          </a:p>
        </p:txBody>
      </p:sp>
      <p:sp>
        <p:nvSpPr>
          <p:cNvPr id="1128006468"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Local (même machine) ou distant (réseau)</a:t>
            </a:r>
            <a:endParaRPr/>
          </a:p>
          <a:p>
            <a:pPr marL="457200" indent="-342900" algn="l">
              <a:lnSpc>
                <a:spcPct val="100000"/>
              </a:lnSpc>
              <a:spcBef>
                <a:spcPts val="999"/>
              </a:spcBef>
              <a:buFont typeface="Arial"/>
              <a:buChar char="•"/>
              <a:defRPr/>
            </a:pPr>
            <a:r>
              <a:rPr sz="2200" b="0">
                <a:solidFill>
                  <a:schemeClr val="accent5">
                    <a:lumMod val="75000"/>
                  </a:schemeClr>
                </a:solidFill>
              </a:rPr>
              <a:t>N</a:t>
            </a:r>
            <a:r>
              <a:rPr lang="fr-FR" sz="2200" b="0">
                <a:solidFill>
                  <a:schemeClr val="accent5">
                    <a:lumMod val="75000"/>
                  </a:schemeClr>
                </a:solidFill>
              </a:rPr>
              <a:t>on connecté (datagrammes, UDP)</a:t>
            </a:r>
            <a:r>
              <a:rPr sz="2200" b="0">
                <a:solidFill>
                  <a:schemeClr val="accent5">
                    <a:lumMod val="75000"/>
                  </a:schemeClr>
                </a:solidFill>
              </a:rPr>
              <a:t> ou </a:t>
            </a:r>
            <a:r>
              <a:rPr lang="fr-FR" sz="2200" b="0" i="0" u="none" strike="noStrike" cap="none" spc="0">
                <a:solidFill>
                  <a:schemeClr val="accent5">
                    <a:lumMod val="75000"/>
                  </a:schemeClr>
                </a:solidFill>
                <a:latin typeface="+mn-lt"/>
                <a:ea typeface="+mn-ea"/>
                <a:cs typeface="+mn-cs"/>
              </a:rPr>
              <a:t>Connecté (flux, TCP</a:t>
            </a:r>
            <a:r>
              <a:rPr sz="2200" b="0" i="0" u="none" strike="noStrike" cap="none" spc="0">
                <a:solidFill>
                  <a:schemeClr val="accent5">
                    <a:lumMod val="75000"/>
                  </a:schemeClr>
                </a:solidFill>
                <a:latin typeface="Arial"/>
                <a:ea typeface="Arial"/>
                <a:cs typeface="Arial"/>
              </a:rPr>
              <a:t>)</a:t>
            </a:r>
            <a:endParaRPr/>
          </a:p>
        </p:txBody>
      </p:sp>
      <p:sp>
        <p:nvSpPr>
          <p:cNvPr id="1867276014" name="Slide Number"/>
          <p:cNvSpPr txBox="1">
            <a:spLocks noGrp="1"/>
          </p:cNvSpPr>
          <p:nvPr>
            <p:ph type="sldNum" sz="quarter" idx="2"/>
          </p:nvPr>
        </p:nvSpPr>
        <p:spPr bwMode="auto">
          <a:prstGeom prst="rect">
            <a:avLst/>
          </a:prstGeom>
        </p:spPr>
        <p:txBody>
          <a:bodyPr/>
          <a:lstStyle/>
          <a:p>
            <a:pPr>
              <a:defRPr/>
            </a:pPr>
            <a:fld id="{37B9660B-3E55-57B0-ECB8-E9D1E5B45CDB}" type="slidenum">
              <a:rPr/>
              <a:t/>
            </a:fld>
            <a:endParaRPr/>
          </a:p>
        </p:txBody>
      </p:sp>
      <p:sp>
        <p:nvSpPr>
          <p:cNvPr id="593130034" name="Date"/>
          <p:cNvSpPr>
            <a:spLocks noGrp="1"/>
          </p:cNvSpPr>
          <p:nvPr>
            <p:ph type="dt" sz="half" idx="10"/>
          </p:nvPr>
        </p:nvSpPr>
        <p:spPr bwMode="auto"/>
        <p:txBody>
          <a:bodyPr/>
          <a:lstStyle/>
          <a:p>
            <a:pPr>
              <a:defRPr/>
            </a:pPr>
            <a:fld id="{98578E14-5158-16D7-715D-72683464B9AC}" type="datetime1">
              <a:rPr lang="fr-FR"/>
              <a:t/>
            </a:fld>
            <a:endParaRPr/>
          </a:p>
        </p:txBody>
      </p:sp>
      <p:sp>
        <p:nvSpPr>
          <p:cNvPr id="1511853339" name="Footer"/>
          <p:cNvSpPr>
            <a:spLocks noGrp="1"/>
          </p:cNvSpPr>
          <p:nvPr>
            <p:ph type="ftr" sz="quarter" idx="11"/>
          </p:nvPr>
        </p:nvSpPr>
        <p:spPr bwMode="auto"/>
        <p:txBody>
          <a:bodyPr/>
          <a:lstStyle/>
          <a:p>
            <a:pPr>
              <a:defRPr/>
            </a:pPr>
            <a:r>
              <a:rPr/>
              <a:t>CM | LD</a:t>
            </a:r>
            <a:endParaRPr/>
          </a:p>
        </p:txBody>
      </p:sp>
      <p:pic>
        <p:nvPicPr>
          <p:cNvPr id="788289630" name=""/>
          <p:cNvPicPr>
            <a:picLocks noChangeAspect="1"/>
          </p:cNvPicPr>
          <p:nvPr/>
        </p:nvPicPr>
        <p:blipFill>
          <a:blip r:embed="rId3"/>
          <a:stretch/>
        </p:blipFill>
        <p:spPr bwMode="auto">
          <a:xfrm flipH="0" flipV="0">
            <a:off x="3012343" y="2807722"/>
            <a:ext cx="6167312" cy="33692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5289717" name="Title"/>
          <p:cNvSpPr txBox="1">
            <a:spLocks noGrp="1"/>
          </p:cNvSpPr>
          <p:nvPr>
            <p:ph type="title"/>
          </p:nvPr>
        </p:nvSpPr>
        <p:spPr bwMode="auto">
          <a:prstGeom prst="rect">
            <a:avLst/>
          </a:prstGeom>
        </p:spPr>
        <p:txBody>
          <a:bodyPr>
            <a:normAutofit/>
          </a:bodyPr>
          <a:lstStyle/>
          <a:p>
            <a:pPr>
              <a:defRPr/>
            </a:pPr>
            <a:r>
              <a:rPr lang="fr-FR"/>
              <a:t>Les modes de communication</a:t>
            </a:r>
            <a:endParaRPr/>
          </a:p>
        </p:txBody>
      </p:sp>
      <p:sp>
        <p:nvSpPr>
          <p:cNvPr id="1290021047"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Local (même machine) ou distant (réseau)</a:t>
            </a:r>
            <a:endParaRPr/>
          </a:p>
          <a:p>
            <a:pPr marL="457200" indent="-342900" algn="l">
              <a:lnSpc>
                <a:spcPct val="100000"/>
              </a:lnSpc>
              <a:spcBef>
                <a:spcPts val="999"/>
              </a:spcBef>
              <a:buFont typeface="Arial"/>
              <a:buChar char="•"/>
              <a:defRPr/>
            </a:pPr>
            <a:r>
              <a:rPr lang="fr-FR" sz="2200" b="0">
                <a:solidFill>
                  <a:schemeClr val="accent5">
                    <a:lumMod val="75000"/>
                  </a:schemeClr>
                </a:solidFill>
              </a:rPr>
              <a:t>Connecté (flux, TCP) ou non connecté (datagrammes, UDP)</a:t>
            </a:r>
            <a:endParaRPr/>
          </a:p>
          <a:p>
            <a:pPr marL="457200" indent="-342900" algn="l">
              <a:lnSpc>
                <a:spcPct val="100000"/>
              </a:lnSpc>
              <a:spcBef>
                <a:spcPts val="999"/>
              </a:spcBef>
              <a:buFont typeface="Arial"/>
              <a:buChar char="•"/>
              <a:defRPr/>
            </a:pPr>
            <a:r>
              <a:rPr lang="fr-FR" sz="2200" b="0">
                <a:solidFill>
                  <a:schemeClr val="accent5">
                    <a:lumMod val="75000"/>
                  </a:schemeClr>
                </a:solidFill>
              </a:rPr>
              <a:t>Synchrone (bloquant) ou asynchrone (non bloquant)</a:t>
            </a:r>
            <a:endParaRPr/>
          </a:p>
          <a:p>
            <a:pPr marL="457200" indent="-342900" algn="l">
              <a:lnSpc>
                <a:spcPct val="100000"/>
              </a:lnSpc>
              <a:spcBef>
                <a:spcPts val="999"/>
              </a:spcBef>
              <a:buFont typeface="Arial"/>
              <a:buChar char="•"/>
              <a:defRPr/>
            </a:pPr>
            <a:r>
              <a:rPr lang="fr-FR" sz="2200" b="0">
                <a:solidFill>
                  <a:schemeClr val="accent5">
                    <a:lumMod val="75000"/>
                  </a:schemeClr>
                </a:solidFill>
              </a:rPr>
              <a:t>Avec ou sans état côté serveur</a:t>
            </a:r>
            <a:endParaRPr/>
          </a:p>
        </p:txBody>
      </p:sp>
      <p:sp>
        <p:nvSpPr>
          <p:cNvPr id="762662311" name="Slide Number"/>
          <p:cNvSpPr txBox="1">
            <a:spLocks noGrp="1"/>
          </p:cNvSpPr>
          <p:nvPr>
            <p:ph type="sldNum" sz="quarter" idx="2"/>
          </p:nvPr>
        </p:nvSpPr>
        <p:spPr bwMode="auto">
          <a:prstGeom prst="rect">
            <a:avLst/>
          </a:prstGeom>
        </p:spPr>
        <p:txBody>
          <a:bodyPr/>
          <a:lstStyle/>
          <a:p>
            <a:pPr>
              <a:defRPr/>
            </a:pPr>
            <a:fld id="{A47561C4-2246-A883-60AC-B7726E812AAD}" type="slidenum">
              <a:rPr/>
              <a:t/>
            </a:fld>
            <a:endParaRPr/>
          </a:p>
        </p:txBody>
      </p:sp>
      <p:sp>
        <p:nvSpPr>
          <p:cNvPr id="808479" name="Date"/>
          <p:cNvSpPr>
            <a:spLocks noGrp="1"/>
          </p:cNvSpPr>
          <p:nvPr>
            <p:ph type="dt" sz="half" idx="10"/>
          </p:nvPr>
        </p:nvSpPr>
        <p:spPr bwMode="auto"/>
        <p:txBody>
          <a:bodyPr/>
          <a:lstStyle/>
          <a:p>
            <a:pPr>
              <a:defRPr/>
            </a:pPr>
            <a:fld id="{AE4C062C-DFAB-7EBA-3A99-2E1636817B79}" type="datetime1">
              <a:rPr lang="fr-FR"/>
              <a:t/>
            </a:fld>
            <a:endParaRPr/>
          </a:p>
        </p:txBody>
      </p:sp>
      <p:sp>
        <p:nvSpPr>
          <p:cNvPr id="1543741064"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Serveur itératif ou concurrent</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Itératif : une requête à la fois (simple, services courts)	</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Traite séquentiellement les requêtes</a:t>
            </a:r>
            <a:endParaRPr sz="18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Mode non connecté (UDP)</a:t>
            </a:r>
            <a:endParaRPr lang="fr-FR"/>
          </a:p>
          <a:p>
            <a:pPr marL="457200" indent="-342900" algn="l">
              <a:lnSpc>
                <a:spcPct val="100000"/>
              </a:lnSpc>
              <a:spcBef>
                <a:spcPts val="1000"/>
              </a:spcBef>
              <a:buFont typeface="Arial"/>
              <a:buChar char="•"/>
              <a:defRPr/>
            </a:pPr>
            <a:r>
              <a:rPr lang="fr-FR" sz="2200" b="0">
                <a:solidFill>
                  <a:schemeClr val="accent5">
                    <a:lumMod val="75000"/>
                  </a:schemeClr>
                </a:solidFill>
              </a:rPr>
              <a:t>Concurrent : plusieurs clients en parallèle (fork, threads, select)</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Mode connecté (TCP)</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mode concurrent est indispensable pour les services longs</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Compromis simplicité / performance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Service avec ou sans état</a:t>
            </a:r>
            <a:endParaRPr/>
          </a:p>
        </p:txBody>
      </p:sp>
      <p:sp>
        <p:nvSpPr>
          <p:cNvPr id="9011" name="Content"/>
          <p:cNvSpPr>
            <a:spLocks noGrp="1"/>
          </p:cNvSpPr>
          <p:nvPr>
            <p:ph idx="1"/>
          </p:nvPr>
        </p:nvSpPr>
        <p:spPr bwMode="auto"/>
        <p:txBody>
          <a:bodyPr>
            <a:normAutofit/>
          </a:bodyPr>
          <a:lstStyle/>
          <a:p>
            <a:pPr marL="228600" marR="0"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Sans état : chaque requête est autonome (HTTP, DNS) → scalable</a:t>
            </a:r>
            <a:endParaRPr lang="fr-FR" sz="2200" b="0" i="0" u="none" strike="noStrike" cap="none" spc="0">
              <a:solidFill>
                <a:schemeClr val="accent5">
                  <a:lumMod val="75000"/>
                </a:schemeClr>
              </a:solidFill>
              <a:latin typeface="Arial"/>
              <a:cs typeface="Arial"/>
            </a:endParaRPr>
          </a:p>
          <a:p>
            <a:pPr marL="685800" marR="0" lvl="1" indent="-228600" algn="l">
              <a:lnSpc>
                <a:spcPct val="90000"/>
              </a:lnSpc>
              <a:spcBef>
                <a:spcPts val="4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a:t>
            </a:r>
            <a:r>
              <a:rPr lang="fr-FR" sz="1800" b="0" i="0" u="none" strike="noStrike" cap="none" spc="0">
                <a:solidFill>
                  <a:schemeClr val="accent5">
                    <a:lumMod val="75000"/>
                  </a:schemeClr>
                </a:solidFill>
                <a:latin typeface="Arial"/>
                <a:ea typeface="Arial"/>
                <a:cs typeface="Arial"/>
              </a:rPr>
              <a:t>e serveur ne conserve aucune information sur</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l'encha</a:t>
            </a:r>
            <a:r>
              <a:rPr lang="fr-FR" sz="1800" b="0" i="0" u="none" strike="noStrike" cap="none" spc="0">
                <a:solidFill>
                  <a:schemeClr val="accent5">
                    <a:lumMod val="75000"/>
                  </a:schemeClr>
                </a:solidFill>
                <a:latin typeface="Arial"/>
                <a:ea typeface="Arial"/>
                <a:cs typeface="Arial"/>
              </a:rPr>
              <a:t>înement des requêtes...</a:t>
            </a:r>
            <a:endParaRPr lang="fr-FR" sz="1800" b="0" i="0" u="none" strike="noStrike" cap="none" spc="0">
              <a:solidFill>
                <a:schemeClr val="accent5">
                  <a:lumMod val="75000"/>
                </a:schemeClr>
              </a:solidFill>
              <a:latin typeface="Arial"/>
              <a:cs typeface="Arial"/>
            </a:endParaRPr>
          </a:p>
          <a:p>
            <a:pPr marL="228600" marR="0" indent="-228600" algn="l">
              <a:lnSpc>
                <a:spcPct val="90000"/>
              </a:lnSpc>
              <a:spcBef>
                <a:spcPts val="1000"/>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Avec état : le serveur mémorise un contexte (session)</a:t>
            </a:r>
            <a:endParaRPr lang="fr-FR" sz="2200" b="0">
              <a:solidFill>
                <a:schemeClr val="accent5">
                  <a:lumMod val="75000"/>
                </a:schemeClr>
              </a:solidFill>
            </a:endParaRPr>
          </a:p>
          <a:p>
            <a:pPr>
              <a:defRPr/>
            </a:pPr>
            <a:r>
              <a:rPr lang="fr-FR" sz="2200" b="0" i="0" u="none" strike="noStrike" cap="none" spc="0">
                <a:solidFill>
                  <a:schemeClr val="accent5">
                    <a:lumMod val="75000"/>
                  </a:schemeClr>
                </a:solidFill>
                <a:latin typeface="Arial"/>
                <a:ea typeface="Arial"/>
                <a:cs typeface="Arial"/>
              </a:rPr>
              <a:t>Incidence sur les performances et la tolérance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aux pannes dans le cas où un client fait plusieurs</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requêtes successives</a:t>
            </a:r>
            <a:endParaRPr lang="fr-FR" sz="2200" b="0" i="0" u="none" strike="noStrike" cap="none" spc="0">
              <a:solidFill>
                <a:schemeClr val="accent5">
                  <a:lumMod val="75000"/>
                </a:schemeClr>
              </a:solidFill>
              <a:latin typeface="Arial"/>
              <a:cs typeface="Arial"/>
            </a:endParaRPr>
          </a:p>
          <a:p>
            <a:pPr lvl="1">
              <a:defRPr/>
            </a:pPr>
            <a:r>
              <a:rPr lang="fr-FR" sz="1800" b="0" i="0" u="none" strike="noStrike" cap="none" spc="0">
                <a:solidFill>
                  <a:schemeClr val="accent5">
                    <a:lumMod val="75000"/>
                  </a:schemeClr>
                </a:solidFill>
                <a:latin typeface="Arial"/>
                <a:ea typeface="Arial"/>
                <a:cs typeface="Arial"/>
              </a:rPr>
              <a:t>performance --&gt; service sans état</a:t>
            </a:r>
            <a:endParaRPr lang="fr-FR" sz="1800" b="0" i="0" u="none" strike="noStrike" cap="none" spc="0">
              <a:solidFill>
                <a:schemeClr val="accent5">
                  <a:lumMod val="75000"/>
                </a:schemeClr>
              </a:solidFill>
              <a:latin typeface="Arial"/>
              <a:ea typeface="Arial"/>
              <a:cs typeface="Arial"/>
            </a:endParaRPr>
          </a:p>
          <a:p>
            <a:pPr marL="685800" marR="0" lvl="1" indent="-228600" algn="l">
              <a:lnSpc>
                <a:spcPct val="90000"/>
              </a:lnSpc>
              <a:spcBef>
                <a:spcPts val="4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tolérance aux pannes --&gt; service avec états</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999"/>
              </a:spcBef>
              <a:buFont typeface="Arial"/>
              <a:buChar char="•"/>
              <a:defRPr/>
            </a:pPr>
            <a:endParaRPr/>
          </a:p>
          <a:p>
            <a:pPr marL="457200" indent="-342900" algn="l">
              <a:lnSpc>
                <a:spcPct val="100000"/>
              </a:lnSpc>
              <a:spcBef>
                <a:spcPts val="1000"/>
              </a:spcBef>
              <a:buFont typeface="Arial"/>
              <a:buChar char="•"/>
              <a:defRPr/>
            </a:pPr>
            <a:r>
              <a:rPr lang="fr-FR" sz="2200" b="0">
                <a:solidFill>
                  <a:schemeClr val="accent5">
                    <a:lumMod val="75000"/>
                  </a:schemeClr>
                </a:solidFill>
              </a:rPr>
              <a:t>Tendance moderne : services sans état + état externalisé</a:t>
            </a:r>
            <a:endParaRPr lang="fr-FR" sz="2200" b="0">
              <a:solidFill>
                <a:schemeClr val="accent5">
                  <a:lumMod val="75000"/>
                </a:schemeClr>
              </a:solidFil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communications inter-processus (IPC)</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Clusters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Ensemble de machines vues comme une ressource unique</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Répartition de charge et haute disponibilité</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Communication par passage de messages entre nœuds</a:t>
            </a:r>
            <a:endParaRPr/>
          </a:p>
          <a:p>
            <a:pPr marL="457200" indent="-342900" algn="l">
              <a:lnSpc>
                <a:spcPct val="100000"/>
              </a:lnSpc>
              <a:spcBef>
                <a:spcPts val="1000"/>
              </a:spcBef>
              <a:buFont typeface="Arial"/>
              <a:buChar char="•"/>
              <a:defRPr/>
            </a:pPr>
            <a:r>
              <a:rPr lang="fr-FR" sz="2200" b="0">
                <a:solidFill>
                  <a:schemeClr val="accent5">
                    <a:lumMod val="75000"/>
                  </a:schemeClr>
                </a:solidFill>
              </a:rPr>
              <a:t>Base du calcul distribué et des fermes de serveurs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666484288" name=""/>
          <p:cNvPicPr>
            <a:picLocks noChangeAspect="1"/>
          </p:cNvPicPr>
          <p:nvPr/>
        </p:nvPicPr>
        <p:blipFill>
          <a:blip r:embed="rId3"/>
          <a:stretch/>
        </p:blipFill>
        <p:spPr bwMode="auto">
          <a:xfrm flipH="0" flipV="0">
            <a:off x="7688737" y="3289561"/>
            <a:ext cx="4157822" cy="31128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1585895" name="Title"/>
          <p:cNvSpPr txBox="1">
            <a:spLocks noGrp="1"/>
          </p:cNvSpPr>
          <p:nvPr>
            <p:ph type="title"/>
          </p:nvPr>
        </p:nvSpPr>
        <p:spPr bwMode="auto">
          <a:prstGeom prst="rect">
            <a:avLst/>
          </a:prstGeom>
        </p:spPr>
        <p:txBody>
          <a:bodyPr>
            <a:normAutofit/>
          </a:bodyPr>
          <a:lstStyle/>
          <a:p>
            <a:pPr>
              <a:defRPr/>
            </a:pPr>
            <a:r>
              <a:rPr/>
              <a:t>Architecture</a:t>
            </a:r>
            <a:endParaRPr/>
          </a:p>
        </p:txBody>
      </p:sp>
      <p:sp>
        <p:nvSpPr>
          <p:cNvPr id="201271450" name="Espace réservé du contenu 2"/>
          <p:cNvSpPr>
            <a:spLocks noGrp="1"/>
          </p:cNvSpPr>
          <p:nvPr>
            <p:ph idx="1"/>
          </p:nvPr>
        </p:nvSpPr>
        <p:spPr bwMode="auto"/>
        <p:txBody>
          <a:bodyPr/>
          <a:lstStyle/>
          <a:p>
            <a:pPr>
              <a:defRPr/>
            </a:pPr>
            <a:endParaRPr/>
          </a:p>
        </p:txBody>
      </p:sp>
      <p:sp>
        <p:nvSpPr>
          <p:cNvPr id="285790230" name="Slide Number"/>
          <p:cNvSpPr txBox="1">
            <a:spLocks noGrp="1"/>
          </p:cNvSpPr>
          <p:nvPr>
            <p:ph type="sldNum" sz="quarter" idx="2"/>
          </p:nvPr>
        </p:nvSpPr>
        <p:spPr bwMode="auto">
          <a:prstGeom prst="rect">
            <a:avLst/>
          </a:prstGeom>
        </p:spPr>
        <p:txBody>
          <a:bodyPr/>
          <a:lstStyle/>
          <a:p>
            <a:pPr>
              <a:defRPr/>
            </a:pPr>
            <a:fld id="{19440C07-8B2E-679D-ACAA-FE4DC76D9EDD}" type="slidenum">
              <a:rPr/>
              <a:t/>
            </a:fld>
            <a:endParaRPr/>
          </a:p>
        </p:txBody>
      </p:sp>
      <p:sp>
        <p:nvSpPr>
          <p:cNvPr id="520969464" name="Date"/>
          <p:cNvSpPr>
            <a:spLocks noGrp="1"/>
          </p:cNvSpPr>
          <p:nvPr>
            <p:ph type="dt" sz="half" idx="10"/>
          </p:nvPr>
        </p:nvSpPr>
        <p:spPr bwMode="auto"/>
        <p:txBody>
          <a:bodyPr/>
          <a:lstStyle/>
          <a:p>
            <a:pPr>
              <a:defRPr/>
            </a:pPr>
            <a:fld id="{ABCC0413-5BA6-F292-01A0-E7A0E095CD53}" type="datetime1">
              <a:rPr lang="fr-FR"/>
              <a:t/>
            </a:fld>
            <a:endParaRPr/>
          </a:p>
        </p:txBody>
      </p:sp>
      <p:sp>
        <p:nvSpPr>
          <p:cNvPr id="1496146857" name="Footer"/>
          <p:cNvSpPr>
            <a:spLocks noGrp="1"/>
          </p:cNvSpPr>
          <p:nvPr>
            <p:ph type="ftr" sz="quarter" idx="11"/>
          </p:nvPr>
        </p:nvSpPr>
        <p:spPr bwMode="auto"/>
        <p:txBody>
          <a:bodyPr/>
          <a:lstStyle/>
          <a:p>
            <a:pPr>
              <a:defRPr/>
            </a:pPr>
            <a:r>
              <a:rPr/>
              <a:t>CM | LD</a:t>
            </a:r>
            <a:endParaRPr/>
          </a:p>
        </p:txBody>
      </p:sp>
      <p:pic>
        <p:nvPicPr>
          <p:cNvPr id="606440526" name=""/>
          <p:cNvPicPr>
            <a:picLocks noChangeAspect="1"/>
          </p:cNvPicPr>
          <p:nvPr/>
        </p:nvPicPr>
        <p:blipFill>
          <a:blip r:embed="rId3"/>
          <a:stretch/>
        </p:blipFill>
        <p:spPr bwMode="auto">
          <a:xfrm>
            <a:off x="1519236" y="1500979"/>
            <a:ext cx="9153524" cy="50006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504083" name="Title"/>
          <p:cNvSpPr txBox="1">
            <a:spLocks noGrp="1"/>
          </p:cNvSpPr>
          <p:nvPr>
            <p:ph type="title"/>
          </p:nvPr>
        </p:nvSpPr>
        <p:spPr bwMode="auto">
          <a:prstGeom prst="rect">
            <a:avLst/>
          </a:prstGeom>
        </p:spPr>
        <p:txBody>
          <a:bodyPr>
            <a:normAutofit/>
          </a:bodyPr>
          <a:lstStyle/>
          <a:p>
            <a:pPr>
              <a:defRPr/>
            </a:pPr>
            <a:r>
              <a:rPr/>
              <a:t>Mode de fonctionnement</a:t>
            </a:r>
            <a:endParaRPr/>
          </a:p>
        </p:txBody>
      </p:sp>
      <p:sp>
        <p:nvSpPr>
          <p:cNvPr id="101789631" name="Espace réservé du contenu 2"/>
          <p:cNvSpPr>
            <a:spLocks noGrp="1"/>
          </p:cNvSpPr>
          <p:nvPr>
            <p:ph idx="1"/>
          </p:nvPr>
        </p:nvSpPr>
        <p:spPr bwMode="auto"/>
        <p:txBody>
          <a:bodyPr/>
          <a:lstStyle/>
          <a:p>
            <a:pPr>
              <a:defRPr/>
            </a:pPr>
            <a:endParaRPr/>
          </a:p>
        </p:txBody>
      </p:sp>
      <p:sp>
        <p:nvSpPr>
          <p:cNvPr id="128251345" name="Slide Number"/>
          <p:cNvSpPr txBox="1">
            <a:spLocks noGrp="1"/>
          </p:cNvSpPr>
          <p:nvPr>
            <p:ph type="sldNum" sz="quarter" idx="2"/>
          </p:nvPr>
        </p:nvSpPr>
        <p:spPr bwMode="auto">
          <a:prstGeom prst="rect">
            <a:avLst/>
          </a:prstGeom>
        </p:spPr>
        <p:txBody>
          <a:bodyPr/>
          <a:lstStyle/>
          <a:p>
            <a:pPr>
              <a:defRPr/>
            </a:pPr>
            <a:fld id="{023AA961-2D66-1FB5-9395-8610B7850902}" type="slidenum">
              <a:rPr/>
              <a:t/>
            </a:fld>
            <a:endParaRPr/>
          </a:p>
        </p:txBody>
      </p:sp>
      <p:sp>
        <p:nvSpPr>
          <p:cNvPr id="75862147" name="Date"/>
          <p:cNvSpPr>
            <a:spLocks noGrp="1"/>
          </p:cNvSpPr>
          <p:nvPr>
            <p:ph type="dt" sz="half" idx="10"/>
          </p:nvPr>
        </p:nvSpPr>
        <p:spPr bwMode="auto"/>
        <p:txBody>
          <a:bodyPr/>
          <a:lstStyle/>
          <a:p>
            <a:pPr>
              <a:defRPr/>
            </a:pPr>
            <a:fld id="{9E264187-A36F-C37E-864A-886B27BD3B46}" type="datetime1">
              <a:rPr lang="fr-FR"/>
              <a:t/>
            </a:fld>
            <a:endParaRPr/>
          </a:p>
        </p:txBody>
      </p:sp>
      <p:sp>
        <p:nvSpPr>
          <p:cNvPr id="10147931" name="Footer"/>
          <p:cNvSpPr>
            <a:spLocks noGrp="1"/>
          </p:cNvSpPr>
          <p:nvPr>
            <p:ph type="ftr" sz="quarter" idx="11"/>
          </p:nvPr>
        </p:nvSpPr>
        <p:spPr bwMode="auto"/>
        <p:txBody>
          <a:bodyPr/>
          <a:lstStyle/>
          <a:p>
            <a:pPr>
              <a:defRPr/>
            </a:pPr>
            <a:r>
              <a:rPr/>
              <a:t>CM | LD</a:t>
            </a:r>
            <a:endParaRPr/>
          </a:p>
        </p:txBody>
      </p:sp>
      <p:pic>
        <p:nvPicPr>
          <p:cNvPr id="681233406" name=""/>
          <p:cNvPicPr>
            <a:picLocks noChangeAspect="1"/>
          </p:cNvPicPr>
          <p:nvPr/>
        </p:nvPicPr>
        <p:blipFill>
          <a:blip r:embed="rId3"/>
          <a:stretch/>
        </p:blipFill>
        <p:spPr bwMode="auto">
          <a:xfrm>
            <a:off x="395090" y="1426932"/>
            <a:ext cx="9153524" cy="5000625"/>
          </a:xfrm>
          <a:prstGeom prst="rect">
            <a:avLst/>
          </a:prstGeom>
        </p:spPr>
      </p:pic>
      <p:sp>
        <p:nvSpPr>
          <p:cNvPr id="737751650" name="Content"/>
          <p:cNvSpPr>
            <a:spLocks noGrp="1"/>
          </p:cNvSpPr>
          <p:nvPr/>
        </p:nvSpPr>
        <p:spPr bwMode="auto">
          <a:xfrm flipH="0" flipV="0">
            <a:off x="8910146" y="3774846"/>
            <a:ext cx="2739664" cy="1450974"/>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114299" indent="0" algn="l">
              <a:lnSpc>
                <a:spcPct val="100000"/>
              </a:lnSpc>
              <a:spcBef>
                <a:spcPts val="999"/>
              </a:spcBef>
              <a:buFont typeface="Arial"/>
              <a:buNone/>
              <a:defRPr/>
            </a:pPr>
            <a:r>
              <a:rPr sz="2200" b="0">
                <a:solidFill>
                  <a:schemeClr val="accent5">
                    <a:lumMod val="75000"/>
                  </a:schemeClr>
                </a:solidFill>
              </a:rPr>
              <a:t>Calcul haute performance par exemple (plusieurs choix possibles) – a latence de TCP/IP trop importante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3295662" name="Title"/>
          <p:cNvSpPr txBox="1">
            <a:spLocks noGrp="1"/>
          </p:cNvSpPr>
          <p:nvPr>
            <p:ph type="title"/>
          </p:nvPr>
        </p:nvSpPr>
        <p:spPr bwMode="auto">
          <a:prstGeom prst="rect">
            <a:avLst/>
          </a:prstGeom>
        </p:spPr>
        <p:txBody>
          <a:bodyPr>
            <a:normAutofit/>
          </a:bodyPr>
          <a:lstStyle/>
          <a:p>
            <a:pPr>
              <a:defRPr/>
            </a:pPr>
            <a:r>
              <a:rPr lang="fr-FR"/>
              <a:t>Les schémas de communication </a:t>
            </a:r>
            <a:r>
              <a:rPr lang="fr-FR" b="0"/>
              <a:t>locale</a:t>
            </a:r>
            <a:endParaRPr/>
          </a:p>
        </p:txBody>
      </p:sp>
      <p:sp>
        <p:nvSpPr>
          <p:cNvPr id="1585721407"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228600" marR="0" indent="-228600" algn="l">
              <a:lnSpc>
                <a:spcPct val="9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S</a:t>
            </a:r>
            <a:r>
              <a:rPr lang="fr-FR" sz="2200" b="0" i="0" u="none" strike="noStrike" cap="none" spc="0">
                <a:solidFill>
                  <a:schemeClr val="accent5">
                    <a:lumMod val="75000"/>
                  </a:schemeClr>
                </a:solidFill>
                <a:latin typeface="Arial"/>
                <a:ea typeface="Arial"/>
                <a:cs typeface="Arial"/>
              </a:rPr>
              <a:t>ur </a:t>
            </a:r>
            <a:r>
              <a:rPr lang="fr-FR" sz="2200" b="0" i="0" u="none" strike="noStrike" cap="none" spc="0">
                <a:solidFill>
                  <a:schemeClr val="accent5">
                    <a:lumMod val="75000"/>
                  </a:schemeClr>
                </a:solidFill>
                <a:latin typeface="Arial"/>
                <a:ea typeface="Arial"/>
                <a:cs typeface="Arial"/>
              </a:rPr>
              <a:t>une </a:t>
            </a:r>
            <a:r>
              <a:rPr lang="fr-FR" sz="2200" b="1" i="0" u="sng" strike="noStrike" cap="none" spc="0">
                <a:solidFill>
                  <a:schemeClr val="accent5">
                    <a:lumMod val="75000"/>
                  </a:schemeClr>
                </a:solidFill>
                <a:latin typeface="Arial"/>
                <a:ea typeface="Arial"/>
                <a:cs typeface="Arial"/>
              </a:rPr>
              <a:t>seule machine</a:t>
            </a:r>
            <a:r>
              <a:rPr lang="fr-FR" sz="2200" b="0" i="0" u="none" strike="noStrike" cap="none" spc="0">
                <a:solidFill>
                  <a:schemeClr val="accent5">
                    <a:lumMod val="75000"/>
                  </a:schemeClr>
                </a:solidFill>
                <a:latin typeface="Arial"/>
                <a:ea typeface="Arial"/>
                <a:cs typeface="Arial"/>
              </a:rPr>
              <a:t>, on peut partager de la mémoire (rapide, mais impossible à distance) ;</a:t>
            </a:r>
            <a:endParaRPr lang="fr-FR" sz="2200" b="0" i="0" u="none" strike="noStrike" cap="none" spc="0">
              <a:solidFill>
                <a:schemeClr val="accent5">
                  <a:lumMod val="75000"/>
                </a:schemeClr>
              </a:solidFill>
              <a:latin typeface="Arial"/>
              <a:ea typeface="Arial"/>
              <a:cs typeface="Arial"/>
            </a:endParaRPr>
          </a:p>
          <a:p>
            <a:pPr marL="228600" marR="0"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Les schémas de communication local</a:t>
            </a:r>
            <a:r>
              <a:rPr lang="fr-FR" sz="2200" b="0" i="0" u="none" strike="noStrike" cap="none" spc="0">
                <a:solidFill>
                  <a:schemeClr val="accent5">
                    <a:lumMod val="75000"/>
                  </a:schemeClr>
                </a:solidFill>
                <a:latin typeface="Arial"/>
                <a:ea typeface="Arial"/>
                <a:cs typeface="Arial"/>
              </a:rPr>
              <a:t>e</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Deux grandes familles :</a:t>
            </a:r>
            <a:endParaRPr lang="fr-FR" sz="2200" b="0" i="0" u="none" strike="noStrike" cap="none" spc="0">
              <a:solidFill>
                <a:schemeClr val="accent5">
                  <a:lumMod val="75000"/>
                </a:schemeClr>
              </a:solidFill>
              <a:latin typeface="Arial"/>
              <a:cs typeface="Arial"/>
            </a:endParaRPr>
          </a:p>
          <a:p>
            <a:pPr marL="628649" marR="0" lvl="1" indent="-228600" algn="l">
              <a:lnSpc>
                <a:spcPct val="90000"/>
              </a:lnSpc>
              <a:spcBef>
                <a:spcPts val="999"/>
              </a:spcBef>
              <a:spcAft>
                <a:spcPts val="0"/>
              </a:spcAft>
              <a:buFont typeface="Arial"/>
              <a:buChar char="•"/>
              <a:defRPr/>
            </a:pPr>
            <a:r>
              <a:rPr lang="fr-FR" sz="1800" b="0" i="0" u="sng" strike="noStrike" cap="none" spc="0">
                <a:solidFill>
                  <a:schemeClr val="accent5">
                    <a:lumMod val="75000"/>
                  </a:schemeClr>
                </a:solidFill>
                <a:latin typeface="Arial"/>
                <a:ea typeface="Arial"/>
                <a:cs typeface="Arial"/>
              </a:rPr>
              <a:t>Mémoire </a:t>
            </a:r>
            <a:r>
              <a:rPr lang="fr-FR" sz="1800" b="0" i="0" u="sng" strike="noStrike" cap="none" spc="0">
                <a:solidFill>
                  <a:schemeClr val="accent5">
                    <a:lumMod val="75000"/>
                  </a:schemeClr>
                </a:solidFill>
                <a:latin typeface="Arial"/>
                <a:ea typeface="Arial"/>
                <a:cs typeface="Arial"/>
              </a:rPr>
              <a:t>p</a:t>
            </a:r>
            <a:r>
              <a:rPr lang="fr-FR" sz="1800" b="0" i="0" u="sng" strike="noStrike" cap="none" spc="0">
                <a:solidFill>
                  <a:schemeClr val="accent5">
                    <a:lumMod val="75000"/>
                  </a:schemeClr>
                </a:solidFill>
                <a:latin typeface="Arial"/>
                <a:ea typeface="Arial"/>
                <a:cs typeface="Arial"/>
              </a:rPr>
              <a:t>artagée</a:t>
            </a:r>
            <a:r>
              <a:rPr sz="1800" b="0" i="0" u="sng"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a:t>
            </a:r>
            <a:r>
              <a:rPr lang="fr-FR" sz="1800" b="0" i="0" u="none" strike="noStrike" cap="none" spc="0">
                <a:solidFill>
                  <a:schemeClr val="accent5">
                    <a:lumMod val="75000"/>
                  </a:schemeClr>
                </a:solidFill>
                <a:latin typeface="Arial"/>
                <a:ea typeface="Arial"/>
                <a:cs typeface="Arial"/>
              </a:rPr>
              <a:t> les processus partagent une zone mémoire (rapide, accès direct) ; possible uniquement </a:t>
            </a:r>
            <a:r>
              <a:rPr lang="fr-FR" sz="1800" b="0" i="0" u="none" strike="noStrike" cap="none" spc="0">
                <a:solidFill>
                  <a:schemeClr val="accent5">
                    <a:lumMod val="75000"/>
                  </a:schemeClr>
                </a:solidFill>
                <a:latin typeface="Arial"/>
                <a:ea typeface="Arial"/>
                <a:cs typeface="Arial"/>
              </a:rPr>
              <a:t>sur une même machine</a:t>
            </a:r>
            <a:r>
              <a:rPr lang="fr-FR" sz="1800" b="0" i="0" u="none" strike="noStrike" cap="none" spc="0">
                <a:solidFill>
                  <a:schemeClr val="accent5">
                    <a:lumMod val="75000"/>
                  </a:schemeClr>
                </a:solidFill>
                <a:latin typeface="Arial"/>
                <a:ea typeface="Arial"/>
                <a:cs typeface="Arial"/>
              </a:rPr>
              <a:t>.</a:t>
            </a:r>
            <a:endParaRPr lang="fr-FR" sz="2200" b="0" i="0" u="none" strike="noStrike" cap="none" spc="0">
              <a:solidFill>
                <a:schemeClr val="accent5">
                  <a:lumMod val="75000"/>
                </a:schemeClr>
              </a:solidFill>
              <a:latin typeface="Arial"/>
              <a:cs typeface="Arial"/>
            </a:endParaRPr>
          </a:p>
          <a:p>
            <a:pPr marL="628649" marR="0" lvl="1" indent="-228600" algn="l">
              <a:lnSpc>
                <a:spcPct val="90000"/>
              </a:lnSpc>
              <a:spcBef>
                <a:spcPts val="999"/>
              </a:spcBef>
              <a:spcAft>
                <a:spcPts val="0"/>
              </a:spcAft>
              <a:buFont typeface="Arial"/>
              <a:buChar char="•"/>
              <a:defRPr/>
            </a:pPr>
            <a:r>
              <a:rPr lang="fr-FR" sz="1800" b="0" i="0" u="sng" strike="noStrike" cap="none" spc="0">
                <a:solidFill>
                  <a:schemeClr val="accent5">
                    <a:lumMod val="75000"/>
                  </a:schemeClr>
                </a:solidFill>
                <a:latin typeface="Arial"/>
                <a:ea typeface="Arial"/>
                <a:cs typeface="Arial"/>
              </a:rPr>
              <a:t>Échange de messages</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a:t>
            </a:r>
            <a:r>
              <a:rPr lang="fr-FR" sz="1800" b="0" i="0" u="none" strike="noStrike" cap="none" spc="0">
                <a:solidFill>
                  <a:schemeClr val="accent5">
                    <a:lumMod val="75000"/>
                  </a:schemeClr>
                </a:solidFill>
                <a:latin typeface="Arial"/>
                <a:ea typeface="Arial"/>
                <a:cs typeface="Arial"/>
              </a:rPr>
              <a:t> les processus ne partagent rien, le noyau transmet l'information : </a:t>
            </a:r>
            <a:endParaRPr lang="fr-FR" sz="2200" b="0" i="0" u="none" strike="noStrike" cap="none" spc="0">
              <a:solidFill>
                <a:schemeClr val="accent5">
                  <a:lumMod val="75000"/>
                </a:schemeClr>
              </a:solidFill>
              <a:latin typeface="Arial"/>
              <a:cs typeface="Arial"/>
            </a:endParaRPr>
          </a:p>
          <a:p>
            <a:pPr marL="1028700" marR="0" lvl="2" indent="-228600" algn="l">
              <a:lnSpc>
                <a:spcPct val="9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Tubes (pipes) </a:t>
            </a:r>
            <a:r>
              <a:rPr sz="1400" b="0" i="0" u="none" strike="noStrike" cap="none" spc="0">
                <a:solidFill>
                  <a:schemeClr val="accent5">
                    <a:lumMod val="75000"/>
                  </a:schemeClr>
                </a:solidFill>
                <a:latin typeface="Arial"/>
                <a:ea typeface="Arial"/>
                <a:cs typeface="Arial"/>
              </a:rPr>
              <a:t>(</a:t>
            </a:r>
            <a:r>
              <a:rPr lang="fr-FR" sz="1400" b="0" i="0" u="none" strike="noStrike" cap="none" spc="0">
                <a:solidFill>
                  <a:schemeClr val="accent5">
                    <a:lumMod val="75000"/>
                  </a:schemeClr>
                </a:solidFill>
                <a:latin typeface="Arial"/>
                <a:ea typeface="Arial"/>
                <a:cs typeface="Arial"/>
              </a:rPr>
              <a:t>même machine</a:t>
            </a:r>
            <a:r>
              <a:rPr sz="1400" b="0" i="0" u="none" strike="noStrike" cap="none" spc="0">
                <a:solidFill>
                  <a:schemeClr val="accent5">
                    <a:lumMod val="75000"/>
                  </a:schemeClr>
                </a:solidFill>
                <a:latin typeface="Arial"/>
                <a:ea typeface="Arial"/>
                <a:cs typeface="Arial"/>
              </a:rPr>
              <a:t> mais pas de partage de mémoire)</a:t>
            </a:r>
            <a:endParaRPr lang="fr-FR" sz="2200" b="0" i="0" u="none" strike="noStrike" cap="none" spc="0">
              <a:solidFill>
                <a:schemeClr val="accent5">
                  <a:lumMod val="75000"/>
                </a:schemeClr>
              </a:solidFill>
              <a:latin typeface="Arial"/>
              <a:cs typeface="Arial"/>
            </a:endParaRPr>
          </a:p>
          <a:p>
            <a:pPr marL="1028700" marR="0" lvl="2" indent="-228600" algn="l">
              <a:lnSpc>
                <a:spcPct val="9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Passage de messages (files, sockets locales)</a:t>
            </a:r>
            <a:endParaRPr lang="fr-FR" sz="2200" b="0" i="0" u="none" strike="noStrike" cap="none" spc="0">
              <a:solidFill>
                <a:schemeClr val="accent5">
                  <a:lumMod val="75000"/>
                </a:schemeClr>
              </a:solidFill>
              <a:latin typeface="Arial"/>
              <a:cs typeface="Arial"/>
            </a:endParaRPr>
          </a:p>
          <a:p>
            <a:pPr marL="1028700" marR="0" lvl="2" indent="-228600" algn="l">
              <a:lnSpc>
                <a:spcPct val="9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Signaux</a:t>
            </a:r>
            <a:r>
              <a:rPr sz="1400" b="0" i="0" u="none" strike="noStrike" cap="none" spc="0">
                <a:solidFill>
                  <a:schemeClr val="accent5">
                    <a:lumMod val="75000"/>
                  </a:schemeClr>
                </a:solidFill>
                <a:latin typeface="Arial"/>
                <a:ea typeface="Arial"/>
                <a:cs typeface="Arial"/>
              </a:rPr>
              <a:t>:</a:t>
            </a:r>
            <a:r>
              <a:rPr lang="fr-FR" sz="1400" b="0" i="0" u="none" strike="noStrike" cap="none" spc="0">
                <a:solidFill>
                  <a:schemeClr val="accent5">
                    <a:lumMod val="75000"/>
                  </a:schemeClr>
                </a:solidFill>
                <a:latin typeface="Arial"/>
                <a:ea typeface="Arial"/>
                <a:cs typeface="Arial"/>
              </a:rPr>
              <a:t> notifications (même machine)</a:t>
            </a:r>
            <a:endParaRPr lang="fr-FR" sz="1400" b="0" i="0" u="none" strike="noStrike" cap="none" spc="0">
              <a:solidFill>
                <a:schemeClr val="accent5">
                  <a:lumMod val="75000"/>
                </a:schemeClr>
              </a:solidFill>
              <a:latin typeface="Arial"/>
              <a:ea typeface="Arial"/>
              <a:cs typeface="Arial"/>
            </a:endParaRPr>
          </a:p>
          <a:p>
            <a:pPr marL="1028700" marR="0" lvl="2" indent="-228600" algn="l">
              <a:lnSpc>
                <a:spcPct val="90000"/>
              </a:lnSpc>
              <a:spcBef>
                <a:spcPts val="999"/>
              </a:spcBef>
              <a:spcAft>
                <a:spcPts val="0"/>
              </a:spcAft>
              <a:buFont typeface="Arial"/>
              <a:buChar char="•"/>
              <a:defRPr/>
            </a:pPr>
            <a:endParaRPr lang="fr-FR" sz="2200" b="0" i="0" u="none" strike="noStrike" cap="none" spc="0">
              <a:solidFill>
                <a:schemeClr val="accent5">
                  <a:lumMod val="75000"/>
                </a:schemeClr>
              </a:solidFill>
              <a:latin typeface="Arial"/>
              <a:ea typeface="Arial"/>
              <a:cs typeface="Arial"/>
            </a:endParaRPr>
          </a:p>
          <a:p>
            <a:pPr marL="228600" marR="0" lvl="2" indent="-228600" algn="l">
              <a:lnSpc>
                <a:spcPct val="9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Seul l'échange de messages s'étend </a:t>
            </a:r>
            <a:r>
              <a:rPr lang="fr-FR" sz="2200" b="0" i="0" u="none" strike="noStrike" cap="none" spc="0">
                <a:solidFill>
                  <a:schemeClr val="accent5">
                    <a:lumMod val="75000"/>
                  </a:schemeClr>
                </a:solidFill>
                <a:latin typeface="Arial"/>
                <a:ea typeface="Arial"/>
                <a:cs typeface="Arial"/>
              </a:rPr>
              <a:t>entre machines différentes</a:t>
            </a:r>
            <a:r>
              <a:rPr lang="fr-FR" sz="2200" b="0" i="0" u="none" strike="noStrike" cap="none" spc="0">
                <a:solidFill>
                  <a:schemeClr val="accent5">
                    <a:lumMod val="75000"/>
                  </a:schemeClr>
                </a:solidFill>
                <a:latin typeface="Arial"/>
                <a:ea typeface="Arial"/>
                <a:cs typeface="Arial"/>
              </a:rPr>
              <a:t> (ex. un cluster), via les </a:t>
            </a:r>
            <a:r>
              <a:rPr lang="fr-FR" sz="2200" b="0" i="0" u="none" strike="noStrike" cap="none" spc="0">
                <a:solidFill>
                  <a:schemeClr val="accent5">
                    <a:lumMod val="75000"/>
                  </a:schemeClr>
                </a:solidFill>
                <a:latin typeface="Arial"/>
                <a:ea typeface="Arial"/>
                <a:cs typeface="Arial"/>
              </a:rPr>
              <a:t>sockets réseau</a:t>
            </a:r>
            <a:endParaRPr lang="fr-FR" sz="2200" b="0" i="0" u="none" strike="noStrike" cap="none" spc="0">
              <a:solidFill>
                <a:schemeClr val="accent5">
                  <a:lumMod val="75000"/>
                </a:schemeClr>
              </a:solidFill>
              <a:latin typeface="Arial"/>
              <a:ea typeface="Arial"/>
              <a:cs typeface="Arial"/>
            </a:endParaRPr>
          </a:p>
        </p:txBody>
      </p:sp>
      <p:sp>
        <p:nvSpPr>
          <p:cNvPr id="388385384" name="Slide Number"/>
          <p:cNvSpPr txBox="1">
            <a:spLocks noGrp="1"/>
          </p:cNvSpPr>
          <p:nvPr>
            <p:ph type="sldNum" sz="quarter" idx="2"/>
          </p:nvPr>
        </p:nvSpPr>
        <p:spPr bwMode="auto">
          <a:prstGeom prst="rect">
            <a:avLst/>
          </a:prstGeom>
        </p:spPr>
        <p:txBody>
          <a:bodyPr/>
          <a:lstStyle/>
          <a:p>
            <a:pPr>
              <a:defRPr/>
            </a:pPr>
            <a:fld id="{14513579-2268-F52A-05F1-583C1B534EC4}" type="slidenum">
              <a:rPr/>
              <a:t/>
            </a:fld>
            <a:endParaRPr/>
          </a:p>
        </p:txBody>
      </p:sp>
      <p:sp>
        <p:nvSpPr>
          <p:cNvPr id="1516647407" name="Date"/>
          <p:cNvSpPr>
            <a:spLocks noGrp="1"/>
          </p:cNvSpPr>
          <p:nvPr>
            <p:ph type="dt" sz="half" idx="10"/>
          </p:nvPr>
        </p:nvSpPr>
        <p:spPr bwMode="auto"/>
        <p:txBody>
          <a:bodyPr/>
          <a:lstStyle/>
          <a:p>
            <a:pPr>
              <a:defRPr/>
            </a:pPr>
            <a:fld id="{B4C856C4-CEED-DA38-F623-108CBCCF0220}" type="datetime1">
              <a:rPr lang="fr-FR"/>
              <a:t/>
            </a:fld>
            <a:endParaRPr/>
          </a:p>
        </p:txBody>
      </p:sp>
      <p:sp>
        <p:nvSpPr>
          <p:cNvPr id="343281660"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Communication par mémoire partagée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Les processus partagent une zone mémoire commune</a:t>
            </a:r>
            <a:endParaRPr/>
          </a:p>
          <a:p>
            <a:pPr marL="457200" indent="-342900" algn="l">
              <a:lnSpc>
                <a:spcPct val="100000"/>
              </a:lnSpc>
              <a:spcBef>
                <a:spcPts val="1000"/>
              </a:spcBef>
              <a:buFont typeface="Arial"/>
              <a:buChar char="•"/>
              <a:defRPr/>
            </a:pPr>
            <a:r>
              <a:rPr lang="fr-FR" sz="2200" b="0">
                <a:solidFill>
                  <a:schemeClr val="accent5">
                    <a:lumMod val="75000"/>
                  </a:schemeClr>
                </a:solidFill>
              </a:rPr>
              <a:t>Communication très rapide</a:t>
            </a:r>
            <a:endParaRPr/>
          </a:p>
          <a:p>
            <a:pPr marL="457200" indent="-342900" algn="l">
              <a:lnSpc>
                <a:spcPct val="100000"/>
              </a:lnSpc>
              <a:spcBef>
                <a:spcPts val="1000"/>
              </a:spcBef>
              <a:buFont typeface="Arial"/>
              <a:buChar char="•"/>
              <a:defRPr/>
            </a:pPr>
            <a:r>
              <a:rPr lang="fr-FR" sz="2200" b="0">
                <a:solidFill>
                  <a:schemeClr val="accent5">
                    <a:lumMod val="75000"/>
                  </a:schemeClr>
                </a:solidFill>
              </a:rPr>
              <a:t>Nécessite une </a:t>
            </a:r>
            <a:r>
              <a:rPr lang="fr-FR" sz="2200" b="1">
                <a:solidFill>
                  <a:schemeClr val="accent5">
                    <a:lumMod val="75000"/>
                  </a:schemeClr>
                </a:solidFill>
              </a:rPr>
              <a:t>synchronisation </a:t>
            </a:r>
            <a:r>
              <a:rPr lang="fr-FR" sz="2200" b="0">
                <a:solidFill>
                  <a:schemeClr val="accent5">
                    <a:lumMod val="75000"/>
                  </a:schemeClr>
                </a:solidFill>
              </a:rPr>
              <a:t>(sémaphores, mutex)</a:t>
            </a:r>
            <a:endParaRPr/>
          </a:p>
          <a:p>
            <a:pPr marL="457200" indent="-342900" algn="l">
              <a:lnSpc>
                <a:spcPct val="100000"/>
              </a:lnSpc>
              <a:spcBef>
                <a:spcPts val="1000"/>
              </a:spcBef>
              <a:buFont typeface="Arial"/>
              <a:buChar char="•"/>
              <a:defRPr/>
            </a:pPr>
            <a:r>
              <a:rPr lang="fr-FR" sz="2200" b="0">
                <a:solidFill>
                  <a:schemeClr val="accent5">
                    <a:lumMod val="75000"/>
                  </a:schemeClr>
                </a:solidFill>
              </a:rPr>
              <a:t>Éviter les écritures concurrentes</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Problème : gestion de l’accès à une ressource partagée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610016549" name=""/>
          <p:cNvPicPr>
            <a:picLocks noChangeAspect="1"/>
          </p:cNvPicPr>
          <p:nvPr/>
        </p:nvPicPr>
        <p:blipFill>
          <a:blip r:embed="rId3"/>
          <a:stretch/>
        </p:blipFill>
        <p:spPr bwMode="auto">
          <a:xfrm>
            <a:off x="5467349" y="4751403"/>
            <a:ext cx="5886449" cy="13525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tubes de communication (pipes)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Canal </a:t>
            </a:r>
            <a:r>
              <a:rPr lang="fr-FR" sz="2200" b="1">
                <a:solidFill>
                  <a:schemeClr val="accent5">
                    <a:lumMod val="75000"/>
                  </a:schemeClr>
                </a:solidFill>
              </a:rPr>
              <a:t>unidirectionnel </a:t>
            </a:r>
            <a:r>
              <a:rPr lang="fr-FR" sz="2200" b="0">
                <a:solidFill>
                  <a:schemeClr val="accent5">
                    <a:lumMod val="75000"/>
                  </a:schemeClr>
                </a:solidFill>
              </a:rPr>
              <a:t>entre processus apparentés</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Pas de problème de synchronisation</a:t>
            </a:r>
            <a:endParaRPr/>
          </a:p>
          <a:p>
            <a:pPr marL="457200" indent="-342900" algn="l">
              <a:lnSpc>
                <a:spcPct val="100000"/>
              </a:lnSpc>
              <a:spcBef>
                <a:spcPts val="1000"/>
              </a:spcBef>
              <a:buFont typeface="Arial"/>
              <a:buChar char="•"/>
              <a:defRPr/>
            </a:pPr>
            <a:r>
              <a:rPr lang="fr-FR" sz="2200" b="0">
                <a:solidFill>
                  <a:schemeClr val="accent5">
                    <a:lumMod val="75000"/>
                  </a:schemeClr>
                </a:solidFill>
              </a:rPr>
              <a:t>Tubes nommés (FIFO) entre processus quelconques</a:t>
            </a:r>
            <a:endParaRPr/>
          </a:p>
          <a:p>
            <a:pPr marL="457200" indent="-342900" algn="l">
              <a:lnSpc>
                <a:spcPct val="100000"/>
              </a:lnSpc>
              <a:spcBef>
                <a:spcPts val="1000"/>
              </a:spcBef>
              <a:buFont typeface="Arial"/>
              <a:buChar char="•"/>
              <a:defRPr/>
            </a:pPr>
            <a:r>
              <a:rPr lang="fr-FR" sz="2200" b="0">
                <a:solidFill>
                  <a:schemeClr val="accent5">
                    <a:lumMod val="75000"/>
                  </a:schemeClr>
                </a:solidFill>
              </a:rPr>
              <a:t>Modèle producteur / consommateur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Largement utilisés dans le shell (|)</a:t>
            </a:r>
            <a:r>
              <a:rPr sz="2200" b="0">
                <a:solidFill>
                  <a:schemeClr val="accent5">
                    <a:lumMod val="75000"/>
                  </a:schemeClr>
                </a:solidFill>
              </a:rPr>
              <a:t>. Exemple : cat test.txt | wc -l</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1058846132" name=""/>
          <p:cNvPicPr>
            <a:picLocks noChangeAspect="1"/>
          </p:cNvPicPr>
          <p:nvPr/>
        </p:nvPicPr>
        <p:blipFill>
          <a:blip r:embed="rId3"/>
          <a:stretch/>
        </p:blipFill>
        <p:spPr bwMode="auto">
          <a:xfrm flipH="0" flipV="0">
            <a:off x="3633443" y="4099489"/>
            <a:ext cx="4925111" cy="22198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Communication par passage de messages</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Les processus échangent des messages explicites</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Au moins deux primitives : send() et recv()</a:t>
            </a:r>
            <a:endParaRPr/>
          </a:p>
          <a:p>
            <a:pPr marL="457200" indent="-342900" algn="l">
              <a:lnSpc>
                <a:spcPct val="100000"/>
              </a:lnSpc>
              <a:spcBef>
                <a:spcPts val="1000"/>
              </a:spcBef>
              <a:buFont typeface="Arial"/>
              <a:buChar char="•"/>
              <a:defRPr/>
            </a:pPr>
            <a:r>
              <a:rPr lang="fr-FR" sz="2200" b="0">
                <a:solidFill>
                  <a:schemeClr val="accent5">
                    <a:lumMod val="75000"/>
                  </a:schemeClr>
                </a:solidFill>
              </a:rPr>
              <a:t>Pas de variables partagées</a:t>
            </a:r>
            <a:endParaRPr/>
          </a:p>
          <a:p>
            <a:pPr marL="457200" indent="-342900" algn="l">
              <a:lnSpc>
                <a:spcPct val="100000"/>
              </a:lnSpc>
              <a:spcBef>
                <a:spcPts val="1000"/>
              </a:spcBef>
              <a:buFont typeface="Arial"/>
              <a:buChar char="•"/>
              <a:defRPr/>
            </a:pPr>
            <a:r>
              <a:rPr lang="fr-FR" sz="2200" b="0">
                <a:solidFill>
                  <a:schemeClr val="accent5">
                    <a:lumMod val="75000"/>
                  </a:schemeClr>
                </a:solidFill>
              </a:rPr>
              <a:t>Files de messages, sockets locales (Unix domain)</a:t>
            </a:r>
            <a:endParaRPr/>
          </a:p>
          <a:p>
            <a:pPr marL="457200" indent="-342900" algn="l">
              <a:lnSpc>
                <a:spcPct val="100000"/>
              </a:lnSpc>
              <a:spcBef>
                <a:spcPts val="1000"/>
              </a:spcBef>
              <a:buFont typeface="Arial"/>
              <a:buChar char="•"/>
              <a:defRPr/>
            </a:pPr>
            <a:r>
              <a:rPr lang="fr-FR" sz="2200" b="0">
                <a:solidFill>
                  <a:schemeClr val="accent5">
                    <a:lumMod val="75000"/>
                  </a:schemeClr>
                </a:solidFill>
              </a:rPr>
              <a:t>Modèle naturel pour le réseau</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Problème : </a:t>
            </a:r>
            <a:r>
              <a:rPr lang="fr-FR" sz="2200" b="0" i="0" u="sng" strike="noStrike" cap="none" spc="0">
                <a:solidFill>
                  <a:schemeClr val="accent5">
                    <a:lumMod val="75000"/>
                  </a:schemeClr>
                </a:solidFill>
                <a:latin typeface="+mn-lt"/>
                <a:ea typeface="+mn-ea"/>
                <a:cs typeface="+mn-cs"/>
              </a:rPr>
              <a:t>Opérations bloquantes/non bloquantes ?</a:t>
            </a:r>
            <a:endParaRP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Zones d’émission et réception distinctes ?</a:t>
            </a:r>
            <a:endParaRPr sz="18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Eviter les écritures concurrentes</a:t>
            </a:r>
            <a:endParaRPr sz="1800" b="0">
              <a:solidFill>
                <a:schemeClr val="accent5">
                  <a:lumMod val="75000"/>
                </a:schemeClr>
              </a:solidFill>
            </a:endParaRPr>
          </a:p>
          <a:p>
            <a:pPr marL="1257299" lvl="2" indent="-342900" algn="l">
              <a:lnSpc>
                <a:spcPct val="100000"/>
              </a:lnSpc>
              <a:spcBef>
                <a:spcPts val="999"/>
              </a:spcBef>
              <a:buFont typeface="Arial"/>
              <a:buChar char="•"/>
              <a:defRPr/>
            </a:pPr>
            <a:r>
              <a:rPr sz="1400" b="0">
                <a:solidFill>
                  <a:schemeClr val="accent5">
                    <a:lumMod val="75000"/>
                  </a:schemeClr>
                </a:solidFill>
              </a:rPr>
              <a:t>Dissocier le tampon d’émission et de réception</a:t>
            </a:r>
            <a:endParaRPr sz="1400" b="0">
              <a:solidFill>
                <a:schemeClr val="accent5">
                  <a:lumMod val="75000"/>
                </a:schemeClr>
              </a:solidFill>
            </a:endParaRPr>
          </a:p>
          <a:p>
            <a:pPr marL="1257299" lvl="2" indent="-342900" algn="l">
              <a:lnSpc>
                <a:spcPct val="100000"/>
              </a:lnSpc>
              <a:spcBef>
                <a:spcPts val="999"/>
              </a:spcBef>
              <a:buFont typeface="Arial"/>
              <a:buChar char="•"/>
              <a:defRPr/>
            </a:pPr>
            <a:r>
              <a:rPr sz="1400" b="0">
                <a:solidFill>
                  <a:schemeClr val="accent5">
                    <a:lumMod val="75000"/>
                  </a:schemeClr>
                </a:solidFill>
              </a:rPr>
              <a:t>Avoir autant de tampons de réception que d’émetteurs potentiels</a:t>
            </a:r>
            <a:endParaRPr lang="fr-F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850665887" name=""/>
          <p:cNvPicPr>
            <a:picLocks noChangeAspect="1"/>
          </p:cNvPicPr>
          <p:nvPr/>
        </p:nvPicPr>
        <p:blipFill>
          <a:blip r:embed="rId3"/>
          <a:stretch/>
        </p:blipFill>
        <p:spPr bwMode="auto">
          <a:xfrm>
            <a:off x="7669097" y="2936056"/>
            <a:ext cx="4143375" cy="933449"/>
          </a:xfrm>
          <a:prstGeom prst="rect">
            <a:avLst/>
          </a:prstGeom>
        </p:spPr>
      </p:pic>
      <p:grpSp>
        <p:nvGrpSpPr>
          <p:cNvPr id="343328168" name=""/>
          <p:cNvGrpSpPr/>
          <p:nvPr/>
        </p:nvGrpSpPr>
        <p:grpSpPr bwMode="auto">
          <a:xfrm>
            <a:off x="7619999" y="4206866"/>
            <a:ext cx="4419599" cy="2244601"/>
            <a:chOff x="0" y="0"/>
            <a:chExt cx="4419599" cy="2244601"/>
          </a:xfrm>
        </p:grpSpPr>
        <p:pic>
          <p:nvPicPr>
            <p:cNvPr id="1938503787" name=""/>
            <p:cNvPicPr>
              <a:picLocks noChangeAspect="1"/>
            </p:cNvPicPr>
            <p:nvPr/>
          </p:nvPicPr>
          <p:blipFill>
            <a:blip r:embed="rId4"/>
            <a:srcRect l="0" t="0" r="0" b="4325"/>
            <a:stretch/>
          </p:blipFill>
          <p:spPr bwMode="auto">
            <a:xfrm flipH="0" flipV="0">
              <a:off x="0" y="276224"/>
              <a:ext cx="4419599" cy="1968376"/>
            </a:xfrm>
            <a:prstGeom prst="rect">
              <a:avLst/>
            </a:prstGeom>
          </p:spPr>
        </p:pic>
        <p:pic>
          <p:nvPicPr>
            <p:cNvPr id="1832624472" name=""/>
            <p:cNvPicPr>
              <a:picLocks noChangeAspect="1"/>
            </p:cNvPicPr>
            <p:nvPr/>
          </p:nvPicPr>
          <p:blipFill>
            <a:blip r:embed="rId5"/>
            <a:stretch/>
          </p:blipFill>
          <p:spPr bwMode="auto">
            <a:xfrm>
              <a:off x="2867319" y="0"/>
              <a:ext cx="790574" cy="276224"/>
            </a:xfrm>
            <a:prstGeom prst="rect">
              <a:avLst/>
            </a:prstGeom>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Opérations bloquantes / non bloquantes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999"/>
              </a:spcBef>
              <a:buFont typeface="Arial"/>
              <a:buChar char="•"/>
              <a:defRPr/>
            </a:pPr>
            <a:r>
              <a:rPr sz="2200" b="0">
                <a:solidFill>
                  <a:schemeClr val="accent5">
                    <a:lumMod val="75000"/>
                  </a:schemeClr>
                </a:solidFill>
              </a:rPr>
              <a:t>Quand un appel à une primitive (send ou recv) doit il se terminer ?</a:t>
            </a:r>
            <a:endParaRPr/>
          </a:p>
          <a:p>
            <a:pPr marL="457200" indent="-342900" algn="l">
              <a:lnSpc>
                <a:spcPct val="100000"/>
              </a:lnSpc>
              <a:spcBef>
                <a:spcPts val="1000"/>
              </a:spcBef>
              <a:buFont typeface="Arial"/>
              <a:buChar char="•"/>
              <a:defRPr/>
            </a:pPr>
            <a:r>
              <a:rPr lang="fr-FR" sz="2200" b="0">
                <a:solidFill>
                  <a:schemeClr val="accent5">
                    <a:lumMod val="75000"/>
                  </a:schemeClr>
                </a:solidFill>
              </a:rPr>
              <a:t>Bloquante : l'appel attend la fin de l'opération</a:t>
            </a:r>
            <a:endParaRPr lang="fr-FR" sz="2200" b="0">
              <a:solidFill>
                <a:schemeClr val="accent5">
                  <a:lumMod val="75000"/>
                </a:schemeClr>
              </a:solidFill>
            </a:endParaRPr>
          </a:p>
          <a:p>
            <a:pPr marL="857250" lvl="1" indent="-342900" algn="l">
              <a:lnSpc>
                <a:spcPct val="100000"/>
              </a:lnSpc>
              <a:spcBef>
                <a:spcPts val="999"/>
              </a:spcBef>
              <a:buFont typeface="Arial"/>
              <a:buChar char="•"/>
              <a:defRPr/>
            </a:pPr>
            <a:r>
              <a:rPr sz="1800" b="0">
                <a:solidFill>
                  <a:schemeClr val="accent5">
                    <a:lumMod val="75000"/>
                  </a:schemeClr>
                </a:solidFill>
              </a:rPr>
              <a:t>Long et bloquant ...</a:t>
            </a:r>
            <a:endParaRPr lang="fr-FR" sz="2200" b="0">
              <a:solidFill>
                <a:schemeClr val="accent5">
                  <a:lumMod val="75000"/>
                </a:schemeClr>
              </a:solidFill>
            </a:endParaRPr>
          </a:p>
          <a:p>
            <a:pPr marL="457200" indent="-342900" algn="l">
              <a:lnSpc>
                <a:spcPct val="100000"/>
              </a:lnSpc>
              <a:spcBef>
                <a:spcPts val="1000"/>
              </a:spcBef>
              <a:buFont typeface="Arial"/>
              <a:buChar char="•"/>
              <a:defRPr/>
            </a:pPr>
            <a:r>
              <a:rPr lang="fr-FR" sz="2200" b="0">
                <a:solidFill>
                  <a:schemeClr val="accent5">
                    <a:lumMod val="75000"/>
                  </a:schemeClr>
                </a:solidFill>
              </a:rPr>
              <a:t>Non bloquante : retour immédiat, statut à tester</a:t>
            </a:r>
            <a:endParaRPr lang="fr-FR" sz="2200" b="0">
              <a:solidFill>
                <a:schemeClr val="accent5">
                  <a:lumMod val="75000"/>
                </a:schemeClr>
              </a:solidFill>
            </a:endParaRPr>
          </a:p>
          <a:p>
            <a:pPr marL="685800" marR="0" lvl="1" indent="-228600" algn="l">
              <a:lnSpc>
                <a:spcPct val="90000"/>
              </a:lnSpc>
              <a:spcBef>
                <a:spcPts val="499"/>
              </a:spcBef>
              <a:spcAft>
                <a:spcPts val="0"/>
              </a:spcAft>
              <a:buFont typeface="Arial"/>
              <a:buChar char="•"/>
              <a:defRPr/>
            </a:pPr>
            <a:r>
              <a:rPr lang="fr-FR" sz="2200" b="1" i="0" u="none" strike="noStrike" cap="none" spc="0">
                <a:solidFill>
                  <a:schemeClr val="accent5">
                    <a:lumMod val="75000"/>
                  </a:schemeClr>
                </a:solidFill>
                <a:latin typeface="Arial"/>
                <a:ea typeface="Arial"/>
                <a:cs typeface="Arial"/>
              </a:rPr>
              <a:t>attente active</a:t>
            </a:r>
            <a:r>
              <a:rPr lang="fr-FR" sz="2200" b="0" i="0" u="none" strike="noStrike" cap="none" spc="0">
                <a:solidFill>
                  <a:schemeClr val="accent5">
                    <a:lumMod val="75000"/>
                  </a:schemeClr>
                </a:solidFill>
                <a:latin typeface="Arial"/>
                <a:ea typeface="Arial"/>
                <a:cs typeface="Arial"/>
              </a:rPr>
              <a:t> : appels réguliers à la primitive jusqu'à</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complétion</a:t>
            </a:r>
            <a:endParaRPr lang="fr-FR" sz="2200" b="0" i="0" u="none" strike="noStrike" cap="none" spc="0">
              <a:solidFill>
                <a:schemeClr val="accent5">
                  <a:lumMod val="75000"/>
                </a:schemeClr>
              </a:solidFill>
              <a:latin typeface="Arial"/>
              <a:cs typeface="Arial"/>
            </a:endParaRPr>
          </a:p>
          <a:p>
            <a:pPr marL="685800" marR="0" lvl="1" indent="-228600" algn="l">
              <a:lnSpc>
                <a:spcPct val="90000"/>
              </a:lnSpc>
              <a:spcBef>
                <a:spcPts val="499"/>
              </a:spcBef>
              <a:spcAft>
                <a:spcPts val="0"/>
              </a:spcAft>
              <a:buFont typeface="Arial"/>
              <a:buChar char="•"/>
              <a:defRPr/>
            </a:pPr>
            <a:r>
              <a:rPr lang="fr-FR" sz="2200" b="1" i="0" u="none" strike="noStrike" cap="none" spc="0">
                <a:solidFill>
                  <a:schemeClr val="accent5">
                    <a:lumMod val="75000"/>
                  </a:schemeClr>
                </a:solidFill>
                <a:latin typeface="Arial"/>
                <a:ea typeface="Arial"/>
                <a:cs typeface="Arial"/>
              </a:rPr>
              <a:t>attente passive</a:t>
            </a:r>
            <a:r>
              <a:rPr lang="fr-FR" sz="2200" b="0" i="0" u="none" strike="noStrike" cap="none" spc="0">
                <a:solidFill>
                  <a:schemeClr val="accent5">
                    <a:lumMod val="75000"/>
                  </a:schemeClr>
                </a:solidFill>
                <a:latin typeface="Arial"/>
                <a:ea typeface="Arial"/>
                <a:cs typeface="Arial"/>
              </a:rPr>
              <a:t> : le système informe le processus par</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un moyen quelconque de la complétion de l'opération</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(signaux par exemple)</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Compromis simplicité / réactivité</a:t>
            </a:r>
            <a:endParaRPr/>
          </a:p>
          <a:p>
            <a:pPr marL="457200" indent="-342900" algn="l">
              <a:lnSpc>
                <a:spcPct val="100000"/>
              </a:lnSpc>
              <a:spcBef>
                <a:spcPts val="1000"/>
              </a:spcBef>
              <a:buFont typeface="Arial"/>
              <a:buChar char="•"/>
              <a:defRPr/>
            </a:pPr>
            <a:r>
              <a:rPr lang="fr-FR" sz="2200" b="0">
                <a:solidFill>
                  <a:schemeClr val="accent5">
                    <a:lumMod val="75000"/>
                  </a:schemeClr>
                </a:solidFill>
              </a:rPr>
              <a:t>select() / poll() / epoll() : attendre plusieurs sources</a:t>
            </a:r>
            <a:endParaRPr lang="fr-FR" sz="2200" b="0">
              <a:solidFill>
                <a:schemeClr val="accent5">
                  <a:lumMod val="75000"/>
                </a:schemeClr>
              </a:solidFil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2715917" name="Title"/>
          <p:cNvSpPr txBox="1">
            <a:spLocks noGrp="1"/>
          </p:cNvSpPr>
          <p:nvPr>
            <p:ph type="title"/>
          </p:nvPr>
        </p:nvSpPr>
        <p:spPr bwMode="auto">
          <a:prstGeom prst="rect">
            <a:avLst/>
          </a:prstGeom>
        </p:spPr>
        <p:txBody>
          <a:bodyPr>
            <a:normAutofit/>
          </a:bodyPr>
          <a:lstStyle/>
          <a:p>
            <a:pPr>
              <a:defRPr/>
            </a:pPr>
            <a:r>
              <a:rPr lang="fr-FR"/>
              <a:t>Opérations bloquantes / non bloquantes</a:t>
            </a:r>
            <a:r>
              <a:rPr/>
              <a:t> - réception</a:t>
            </a:r>
            <a:endParaRPr/>
          </a:p>
        </p:txBody>
      </p:sp>
      <p:sp>
        <p:nvSpPr>
          <p:cNvPr id="1755112707"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999"/>
              </a:spcBef>
              <a:buFont typeface="Arial"/>
              <a:buChar char="•"/>
              <a:defRPr/>
            </a:pPr>
            <a:r>
              <a:rPr sz="2200" b="0">
                <a:solidFill>
                  <a:schemeClr val="accent5">
                    <a:lumMod val="75000"/>
                  </a:schemeClr>
                </a:solidFill>
              </a:rPr>
              <a:t>Quand un appel à une primitive (send ou recv) doit il se terminer ?</a:t>
            </a:r>
            <a:endParaRPr sz="2200" b="0">
              <a:solidFill>
                <a:schemeClr val="accent5">
                  <a:lumMod val="75000"/>
                </a:schemeClr>
              </a:solidFill>
            </a:endParaRPr>
          </a:p>
          <a:p>
            <a:pPr marL="457200" indent="-342900" algn="l">
              <a:lnSpc>
                <a:spcPct val="100000"/>
              </a:lnSpc>
              <a:spcBef>
                <a:spcPts val="999"/>
              </a:spcBef>
              <a:buFont typeface="Arial"/>
              <a:buChar char="•"/>
              <a:defRPr/>
            </a:pPr>
            <a:endParaRPr/>
          </a:p>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Plusieurs sémantiques en réception</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recv() peut rendre la main</a:t>
            </a:r>
            <a:r>
              <a:rPr sz="2200" b="0" i="0" u="none" strike="noStrike" cap="none" spc="0">
                <a:solidFill>
                  <a:schemeClr val="accent5">
                    <a:lumMod val="75000"/>
                  </a:schemeClr>
                </a:solidFill>
                <a:latin typeface="Arial"/>
                <a:ea typeface="Arial"/>
                <a:cs typeface="Arial"/>
              </a:rPr>
              <a:t> :</a:t>
            </a:r>
            <a:endParaRPr sz="2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aussitôt (</a:t>
            </a:r>
            <a:r>
              <a:rPr sz="1800" b="0" i="0" u="none" strike="noStrike" cap="none" spc="0">
                <a:solidFill>
                  <a:schemeClr val="accent5">
                    <a:lumMod val="75000"/>
                  </a:schemeClr>
                </a:solidFill>
                <a:latin typeface="Arial"/>
                <a:ea typeface="Arial"/>
                <a:cs typeface="Arial"/>
              </a:rPr>
              <a:t>recv() non bloquant)</a:t>
            </a:r>
            <a:endParaRPr sz="2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quand les données ont été reçues et recopiées</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depuis le tampon de réception local (le tampon de</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réception est de nouveau libre)</a:t>
            </a:r>
            <a:endParaRPr lang="fr-FR" sz="2200" b="0" i="0" u="none" strike="noStrike" cap="none" spc="0">
              <a:solidFill>
                <a:schemeClr val="accent5">
                  <a:lumMod val="75000"/>
                </a:schemeClr>
              </a:solidFill>
              <a:latin typeface="Arial"/>
              <a:cs typeface="Arial"/>
            </a:endParaRPr>
          </a:p>
        </p:txBody>
      </p:sp>
      <p:sp>
        <p:nvSpPr>
          <p:cNvPr id="740853705" name="Slide Number"/>
          <p:cNvSpPr txBox="1">
            <a:spLocks noGrp="1"/>
          </p:cNvSpPr>
          <p:nvPr>
            <p:ph type="sldNum" sz="quarter" idx="2"/>
          </p:nvPr>
        </p:nvSpPr>
        <p:spPr bwMode="auto">
          <a:prstGeom prst="rect">
            <a:avLst/>
          </a:prstGeom>
        </p:spPr>
        <p:txBody>
          <a:bodyPr/>
          <a:lstStyle/>
          <a:p>
            <a:pPr>
              <a:defRPr/>
            </a:pPr>
            <a:fld id="{142016E3-DB93-104F-AE8C-E3839B105873}" type="slidenum">
              <a:rPr/>
              <a:t/>
            </a:fld>
            <a:endParaRPr/>
          </a:p>
        </p:txBody>
      </p:sp>
      <p:sp>
        <p:nvSpPr>
          <p:cNvPr id="632005032" name="Date"/>
          <p:cNvSpPr>
            <a:spLocks noGrp="1"/>
          </p:cNvSpPr>
          <p:nvPr>
            <p:ph type="dt" sz="half" idx="10"/>
          </p:nvPr>
        </p:nvSpPr>
        <p:spPr bwMode="auto"/>
        <p:txBody>
          <a:bodyPr/>
          <a:lstStyle/>
          <a:p>
            <a:pPr>
              <a:defRPr/>
            </a:pPr>
            <a:fld id="{30AF8D8B-2421-E882-101C-23F02DACD377}" type="datetime1">
              <a:rPr lang="fr-FR"/>
              <a:t/>
            </a:fld>
            <a:endParaRPr/>
          </a:p>
        </p:txBody>
      </p:sp>
      <p:sp>
        <p:nvSpPr>
          <p:cNvPr id="1460570465"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3554046" name="Title"/>
          <p:cNvSpPr txBox="1">
            <a:spLocks noGrp="1"/>
          </p:cNvSpPr>
          <p:nvPr>
            <p:ph type="title"/>
          </p:nvPr>
        </p:nvSpPr>
        <p:spPr bwMode="auto">
          <a:prstGeom prst="rect">
            <a:avLst/>
          </a:prstGeom>
        </p:spPr>
        <p:txBody>
          <a:bodyPr>
            <a:normAutofit/>
          </a:bodyPr>
          <a:lstStyle/>
          <a:p>
            <a:pPr>
              <a:defRPr/>
            </a:pPr>
            <a:r>
              <a:rPr lang="fr-FR"/>
              <a:t>Opérations bloquantes / non bloquantes</a:t>
            </a:r>
            <a:r>
              <a:rPr/>
              <a:t> - émission</a:t>
            </a:r>
            <a:endParaRPr/>
          </a:p>
        </p:txBody>
      </p:sp>
      <p:sp>
        <p:nvSpPr>
          <p:cNvPr id="604326830"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999"/>
              </a:spcBef>
              <a:buFont typeface="Arial"/>
              <a:buChar char="•"/>
              <a:defRPr/>
            </a:pPr>
            <a:r>
              <a:rPr sz="2200" b="0">
                <a:solidFill>
                  <a:schemeClr val="accent5">
                    <a:lumMod val="75000"/>
                  </a:schemeClr>
                </a:solidFill>
              </a:rPr>
              <a:t>Quand un appel à une primitive (send ou recv) doit il se terminer ?</a:t>
            </a:r>
            <a:endParaRPr sz="2200" b="0">
              <a:solidFill>
                <a:schemeClr val="accent5">
                  <a:lumMod val="75000"/>
                </a:schemeClr>
              </a:solidFill>
            </a:endParaRPr>
          </a:p>
          <a:p>
            <a:pPr marL="457200" indent="-342900" algn="l">
              <a:lnSpc>
                <a:spcPct val="100000"/>
              </a:lnSpc>
              <a:spcBef>
                <a:spcPts val="999"/>
              </a:spcBef>
              <a:buFont typeface="Arial"/>
              <a:buChar char="•"/>
              <a:defRPr/>
            </a:pPr>
            <a:endParaRPr/>
          </a:p>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Plusieurs sémantiques en réception</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send() peut rendre la main</a:t>
            </a:r>
            <a:r>
              <a:rPr sz="2200" b="0" i="0" u="none" strike="noStrike" cap="none" spc="0">
                <a:solidFill>
                  <a:schemeClr val="accent5">
                    <a:lumMod val="75000"/>
                  </a:schemeClr>
                </a:solidFill>
                <a:latin typeface="Arial"/>
                <a:ea typeface="Arial"/>
                <a:cs typeface="Arial"/>
              </a:rPr>
              <a:t> :</a:t>
            </a:r>
            <a:endParaRPr sz="2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aussitôt (</a:t>
            </a:r>
            <a:r>
              <a:rPr sz="1800" b="0" i="0" u="none" strike="noStrike" cap="none" spc="0">
                <a:solidFill>
                  <a:schemeClr val="accent5">
                    <a:lumMod val="75000"/>
                  </a:schemeClr>
                </a:solidFill>
                <a:latin typeface="Arial"/>
                <a:ea typeface="Arial"/>
                <a:cs typeface="Arial"/>
              </a:rPr>
              <a:t>send() non bloquant)</a:t>
            </a:r>
            <a:endParaRP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quand les données ont été recopiées dans le </a:t>
            </a:r>
            <a:r>
              <a:rPr sz="1800" b="0" i="0" u="none" strike="noStrike" cap="none" spc="0">
                <a:solidFill>
                  <a:schemeClr val="accent5">
                    <a:lumMod val="75000"/>
                  </a:schemeClr>
                </a:solidFill>
                <a:latin typeface="Arial"/>
                <a:ea typeface="Arial"/>
                <a:cs typeface="Arial"/>
              </a:rPr>
              <a:t>tampon d'émission local (les données peuvent être </a:t>
            </a:r>
            <a:r>
              <a:rPr sz="1800" b="0" i="0" u="none" strike="noStrike" cap="none" spc="0">
                <a:solidFill>
                  <a:schemeClr val="accent5">
                    <a:lumMod val="75000"/>
                  </a:schemeClr>
                </a:solidFill>
                <a:latin typeface="Arial"/>
                <a:ea typeface="Arial"/>
                <a:cs typeface="Arial"/>
              </a:rPr>
              <a:t>modifiées au niveau de l'application)</a:t>
            </a:r>
            <a:endParaRPr sz="18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quand les données ont été recopiées dans le </a:t>
            </a:r>
            <a:r>
              <a:rPr sz="1800" b="0" i="0" u="none" strike="noStrike" cap="none" spc="0">
                <a:solidFill>
                  <a:schemeClr val="accent5">
                    <a:lumMod val="75000"/>
                  </a:schemeClr>
                </a:solidFill>
                <a:latin typeface="Arial"/>
                <a:ea typeface="Arial"/>
                <a:cs typeface="Arial"/>
              </a:rPr>
              <a:t>tampon de réception distant (le tampon d'émission </a:t>
            </a:r>
            <a:r>
              <a:rPr sz="1800" b="0" i="0" u="none" strike="noStrike" cap="none" spc="0">
                <a:solidFill>
                  <a:schemeClr val="accent5">
                    <a:lumMod val="75000"/>
                  </a:schemeClr>
                </a:solidFill>
                <a:latin typeface="Arial"/>
                <a:ea typeface="Arial"/>
                <a:cs typeface="Arial"/>
              </a:rPr>
              <a:t>local est de nouveau libre)</a:t>
            </a:r>
            <a:endParaRPr sz="18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quand le destinataire a consommé les données (le </a:t>
            </a:r>
            <a:r>
              <a:rPr sz="1800" b="0" i="0" u="none" strike="noStrike" cap="none" spc="0">
                <a:solidFill>
                  <a:schemeClr val="accent5">
                    <a:lumMod val="75000"/>
                  </a:schemeClr>
                </a:solidFill>
                <a:latin typeface="Arial"/>
                <a:ea typeface="Arial"/>
                <a:cs typeface="Arial"/>
              </a:rPr>
              <a:t>tampon de réception est de nouveau libre)</a:t>
            </a:r>
            <a:endParaRPr sz="1800" b="0" i="0" u="none" strike="noStrike" cap="none" spc="0">
              <a:solidFill>
                <a:schemeClr val="accent5">
                  <a:lumMod val="75000"/>
                </a:schemeClr>
              </a:solidFill>
              <a:latin typeface="Arial"/>
              <a:cs typeface="Arial"/>
            </a:endParaRPr>
          </a:p>
        </p:txBody>
      </p:sp>
      <p:sp>
        <p:nvSpPr>
          <p:cNvPr id="1551804195" name="Slide Number"/>
          <p:cNvSpPr txBox="1">
            <a:spLocks noGrp="1"/>
          </p:cNvSpPr>
          <p:nvPr>
            <p:ph type="sldNum" sz="quarter" idx="2"/>
          </p:nvPr>
        </p:nvSpPr>
        <p:spPr bwMode="auto">
          <a:prstGeom prst="rect">
            <a:avLst/>
          </a:prstGeom>
        </p:spPr>
        <p:txBody>
          <a:bodyPr/>
          <a:lstStyle/>
          <a:p>
            <a:pPr>
              <a:defRPr/>
            </a:pPr>
            <a:fld id="{DBDFAA68-D6E1-65CD-F869-E836A45C83E9}" type="slidenum">
              <a:rPr/>
              <a:t/>
            </a:fld>
            <a:endParaRPr/>
          </a:p>
        </p:txBody>
      </p:sp>
      <p:sp>
        <p:nvSpPr>
          <p:cNvPr id="1256578814" name="Date"/>
          <p:cNvSpPr>
            <a:spLocks noGrp="1"/>
          </p:cNvSpPr>
          <p:nvPr>
            <p:ph type="dt" sz="half" idx="10"/>
          </p:nvPr>
        </p:nvSpPr>
        <p:spPr bwMode="auto"/>
        <p:txBody>
          <a:bodyPr/>
          <a:lstStyle/>
          <a:p>
            <a:pPr>
              <a:defRPr/>
            </a:pPr>
            <a:fld id="{1E2BB89F-DAC1-0E5F-17EE-774F9DE16E66}" type="datetime1">
              <a:rPr lang="fr-FR"/>
              <a:t/>
            </a:fld>
            <a:endParaRPr/>
          </a:p>
        </p:txBody>
      </p:sp>
      <p:sp>
        <p:nvSpPr>
          <p:cNvPr id="22539099"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Communication par signaux</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Notification </a:t>
            </a:r>
            <a:r>
              <a:rPr lang="fr-FR" sz="2200" b="0" i="0" u="sng" strike="noStrike" cap="none" spc="0">
                <a:solidFill>
                  <a:schemeClr val="accent5">
                    <a:lumMod val="75000"/>
                  </a:schemeClr>
                </a:solidFill>
                <a:latin typeface="Arial"/>
                <a:ea typeface="Arial"/>
                <a:cs typeface="Arial"/>
              </a:rPr>
              <a:t>asynchrone </a:t>
            </a:r>
            <a:r>
              <a:rPr lang="fr-FR" sz="2200" b="0" i="0" u="none" strike="noStrike" cap="none" spc="0">
                <a:solidFill>
                  <a:schemeClr val="accent5">
                    <a:lumMod val="75000"/>
                  </a:schemeClr>
                </a:solidFill>
                <a:latin typeface="Arial"/>
                <a:ea typeface="Arial"/>
                <a:cs typeface="Arial"/>
              </a:rPr>
              <a:t>d'un événement à un processus</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Principe : interruption logicielle quand l'événement</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se produit</a:t>
            </a:r>
            <a:endParaRPr lang="fr-FR" sz="2200" b="0" i="0" u="none" strike="noStrike" cap="none" spc="0">
              <a:solidFill>
                <a:schemeClr val="accent5">
                  <a:lumMod val="75000"/>
                </a:schemeClr>
              </a:solidFill>
              <a:latin typeface="Arial"/>
              <a:cs typeface="Arial"/>
            </a:endParaRPr>
          </a:p>
          <a:p>
            <a:pPr marL="457200" marR="0" lvl="2"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Le processus</a:t>
            </a:r>
            <a:endParaRPr lang="fr-FR" sz="2200" b="0" i="0" u="none" strike="noStrike" cap="none" spc="0">
              <a:solidFill>
                <a:schemeClr val="accent5">
                  <a:lumMod val="75000"/>
                </a:schemeClr>
              </a:solidFill>
              <a:latin typeface="Arial"/>
              <a:cs typeface="Arial"/>
            </a:endParaRPr>
          </a:p>
          <a:p>
            <a:pPr marL="1085850" marR="0" lvl="3" indent="-228600" algn="l">
              <a:lnSpc>
                <a:spcPct val="90000"/>
              </a:lnSpc>
              <a:spcBef>
                <a:spcPts val="4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indique les signaux qu'il souhaite capter (provoquant</a:t>
            </a:r>
            <a:r>
              <a:rPr lang="fr-FR" sz="2000" b="0" i="0" u="none" strike="noStrike" cap="none" spc="0">
                <a:solidFill>
                  <a:schemeClr val="accent5">
                    <a:lumMod val="75000"/>
                  </a:schemeClr>
                </a:solidFill>
                <a:latin typeface="Arial"/>
                <a:ea typeface="Arial"/>
                <a:cs typeface="Arial"/>
              </a:rPr>
              <a:t> </a:t>
            </a:r>
            <a:r>
              <a:rPr lang="fr-FR" sz="2000" b="0" i="0" u="none" strike="noStrike" cap="none" spc="0">
                <a:solidFill>
                  <a:schemeClr val="accent5">
                    <a:lumMod val="75000"/>
                  </a:schemeClr>
                </a:solidFill>
                <a:latin typeface="Arial"/>
                <a:ea typeface="Arial"/>
                <a:cs typeface="Arial"/>
              </a:rPr>
              <a:t>son interruption)</a:t>
            </a:r>
            <a:endParaRPr lang="fr-FR" sz="2200" b="0" i="0" u="none" strike="noStrike" cap="none" spc="0">
              <a:solidFill>
                <a:schemeClr val="accent5">
                  <a:lumMod val="75000"/>
                </a:schemeClr>
              </a:solidFill>
              <a:latin typeface="Arial"/>
              <a:cs typeface="Arial"/>
            </a:endParaRPr>
          </a:p>
          <a:p>
            <a:pPr marL="1085850" marR="0" lvl="3" indent="-228600" algn="l">
              <a:lnSpc>
                <a:spcPct val="90000"/>
              </a:lnSpc>
              <a:spcBef>
                <a:spcPts val="4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met en place un</a:t>
            </a:r>
            <a:r>
              <a:rPr lang="fr-FR" sz="2000" b="0" i="0" u="none" strike="noStrike" cap="none" spc="0">
                <a:solidFill>
                  <a:schemeClr val="accent5">
                    <a:lumMod val="75000"/>
                  </a:schemeClr>
                </a:solidFill>
                <a:latin typeface="Arial"/>
                <a:ea typeface="Arial"/>
                <a:cs typeface="Arial"/>
              </a:rPr>
              <a:t> </a:t>
            </a:r>
            <a:r>
              <a:rPr lang="fr-FR" sz="2000" b="0" i="0" u="sng" strike="noStrike" cap="none" spc="0">
                <a:solidFill>
                  <a:schemeClr val="accent5">
                    <a:lumMod val="75000"/>
                  </a:schemeClr>
                </a:solidFill>
                <a:latin typeface="Arial"/>
                <a:ea typeface="Arial"/>
                <a:cs typeface="Arial"/>
              </a:rPr>
              <a:t>handler </a:t>
            </a:r>
            <a:r>
              <a:rPr lang="fr-FR" sz="2000" b="0" i="0" u="none" strike="noStrike" cap="none" spc="0">
                <a:solidFill>
                  <a:schemeClr val="accent5">
                    <a:lumMod val="75000"/>
                  </a:schemeClr>
                </a:solidFill>
                <a:latin typeface="Arial"/>
                <a:ea typeface="Arial"/>
                <a:cs typeface="Arial"/>
              </a:rPr>
              <a:t>(fonction particulière) qui sera</a:t>
            </a:r>
            <a:r>
              <a:rPr lang="fr-FR" sz="2000" b="0" i="0" u="none" strike="noStrike" cap="none" spc="0">
                <a:solidFill>
                  <a:schemeClr val="accent5">
                    <a:lumMod val="75000"/>
                  </a:schemeClr>
                </a:solidFill>
                <a:latin typeface="Arial"/>
                <a:ea typeface="Arial"/>
                <a:cs typeface="Arial"/>
              </a:rPr>
              <a:t> </a:t>
            </a:r>
            <a:r>
              <a:rPr lang="fr-FR" sz="2000" b="0" i="0" u="none" strike="noStrike" cap="none" spc="0">
                <a:solidFill>
                  <a:schemeClr val="accent5">
                    <a:lumMod val="75000"/>
                  </a:schemeClr>
                </a:solidFill>
                <a:latin typeface="Arial"/>
                <a:ea typeface="Arial"/>
                <a:cs typeface="Arial"/>
              </a:rPr>
              <a:t>exécuté quand l'événement se produira</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Très peu de données (le numéro de signal)</a:t>
            </a:r>
            <a:endParaRPr/>
          </a:p>
          <a:p>
            <a:pPr marL="457200" indent="-342900" algn="l">
              <a:lnSpc>
                <a:spcPct val="100000"/>
              </a:lnSpc>
              <a:spcBef>
                <a:spcPts val="1000"/>
              </a:spcBef>
              <a:buFont typeface="Arial"/>
              <a:buChar char="•"/>
              <a:defRPr/>
            </a:pPr>
            <a:r>
              <a:rPr lang="fr-FR" sz="2200" b="0">
                <a:solidFill>
                  <a:schemeClr val="accent5">
                    <a:lumMod val="75000"/>
                  </a:schemeClr>
                </a:solidFill>
              </a:rPr>
              <a:t>Utilisée pour le contrôle (arrêt, rechargement de configuration)</a:t>
            </a:r>
            <a:endParaRPr/>
          </a:p>
          <a:p>
            <a:pPr marL="457200" indent="-342900" algn="l">
              <a:lnSpc>
                <a:spcPct val="100000"/>
              </a:lnSpc>
              <a:spcBef>
                <a:spcPts val="1000"/>
              </a:spcBef>
              <a:buFont typeface="Arial"/>
              <a:buChar char="•"/>
              <a:defRPr/>
            </a:pPr>
            <a:r>
              <a:rPr lang="fr-FR" sz="2200" b="0">
                <a:solidFill>
                  <a:schemeClr val="accent5">
                    <a:lumMod val="75000"/>
                  </a:schemeClr>
                </a:solidFill>
              </a:rPr>
              <a:t>À manipuler avec précaution (réentrance)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8202138" name="Title"/>
          <p:cNvSpPr txBox="1">
            <a:spLocks noGrp="1"/>
          </p:cNvSpPr>
          <p:nvPr>
            <p:ph type="title"/>
          </p:nvPr>
        </p:nvSpPr>
        <p:spPr bwMode="auto">
          <a:prstGeom prst="rect">
            <a:avLst/>
          </a:prstGeom>
        </p:spPr>
        <p:txBody>
          <a:bodyPr>
            <a:normAutofit/>
          </a:bodyPr>
          <a:lstStyle/>
          <a:p>
            <a:pPr>
              <a:defRPr/>
            </a:pPr>
            <a:r>
              <a:rPr lang="fr-FR"/>
              <a:t>Communication par signaux</a:t>
            </a:r>
            <a:endParaRPr/>
          </a:p>
        </p:txBody>
      </p:sp>
      <p:sp>
        <p:nvSpPr>
          <p:cNvPr id="1993167495"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Notification </a:t>
            </a:r>
            <a:r>
              <a:rPr lang="fr-FR" sz="1800" b="0" i="0" u="sng" strike="noStrike" cap="none" spc="0">
                <a:solidFill>
                  <a:schemeClr val="accent5">
                    <a:lumMod val="75000"/>
                  </a:schemeClr>
                </a:solidFill>
                <a:latin typeface="Arial"/>
                <a:ea typeface="Arial"/>
                <a:cs typeface="Arial"/>
              </a:rPr>
              <a:t>asynchrone </a:t>
            </a:r>
            <a:r>
              <a:rPr lang="fr-FR" sz="1800" b="0" i="0" u="none" strike="noStrike" cap="none" spc="0">
                <a:solidFill>
                  <a:schemeClr val="accent5">
                    <a:lumMod val="75000"/>
                  </a:schemeClr>
                </a:solidFill>
                <a:latin typeface="Arial"/>
                <a:ea typeface="Arial"/>
                <a:cs typeface="Arial"/>
              </a:rPr>
              <a:t>d'un événement à un processus</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Principe : interruption logicielle quand l'événement</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se produit</a:t>
            </a:r>
            <a:endParaRPr lang="fr-FR" sz="2200" b="0" i="0" u="none" strike="noStrike" cap="none" spc="0">
              <a:solidFill>
                <a:schemeClr val="accent5">
                  <a:lumMod val="75000"/>
                </a:schemeClr>
              </a:solidFill>
              <a:latin typeface="Arial"/>
              <a:cs typeface="Arial"/>
            </a:endParaRPr>
          </a:p>
          <a:p>
            <a:pPr marL="457200" marR="0" lvl="2"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processus</a:t>
            </a:r>
            <a:endParaRPr lang="fr-FR" sz="2200" b="0" i="0" u="none" strike="noStrike" cap="none" spc="0">
              <a:solidFill>
                <a:schemeClr val="accent5">
                  <a:lumMod val="75000"/>
                </a:schemeClr>
              </a:solidFill>
              <a:latin typeface="Arial"/>
              <a:cs typeface="Arial"/>
            </a:endParaRPr>
          </a:p>
          <a:p>
            <a:pPr marL="1085850" marR="0" lvl="3" indent="-228600" algn="l">
              <a:lnSpc>
                <a:spcPct val="90000"/>
              </a:lnSpc>
              <a:spcBef>
                <a:spcPts val="4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indique les signaux qu'il souhaite capter (provoquant</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son interruption)</a:t>
            </a:r>
            <a:endParaRPr lang="fr-FR" sz="2200" b="0" i="0" u="none" strike="noStrike" cap="none" spc="0">
              <a:solidFill>
                <a:schemeClr val="accent5">
                  <a:lumMod val="75000"/>
                </a:schemeClr>
              </a:solidFill>
              <a:latin typeface="Arial"/>
              <a:cs typeface="Arial"/>
            </a:endParaRPr>
          </a:p>
          <a:p>
            <a:pPr marL="1085850" marR="0" lvl="2" indent="-228600" algn="l">
              <a:lnSpc>
                <a:spcPct val="90000"/>
              </a:lnSpc>
              <a:spcBef>
                <a:spcPts val="4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met en place un</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handler </a:t>
            </a:r>
            <a:r>
              <a:rPr lang="fr-FR" sz="1800" b="0" i="0" u="none" strike="noStrike" cap="none" spc="0">
                <a:solidFill>
                  <a:schemeClr val="accent5">
                    <a:lumMod val="75000"/>
                  </a:schemeClr>
                </a:solidFill>
                <a:latin typeface="Arial"/>
                <a:ea typeface="Arial"/>
                <a:cs typeface="Arial"/>
              </a:rPr>
              <a:t>(fonction particulière) qui sera</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exécuté quand l'événement se produira</a:t>
            </a:r>
            <a:endParaRPr lang="fr-FR" sz="1800" b="0" i="0" u="none" strike="noStrike" cap="none" spc="0">
              <a:solidFill>
                <a:schemeClr val="accent5">
                  <a:lumMod val="75000"/>
                </a:schemeClr>
              </a:solidFill>
              <a:latin typeface="Arial"/>
              <a:cs typeface="Arial"/>
            </a:endParaRPr>
          </a:p>
        </p:txBody>
      </p:sp>
      <p:sp>
        <p:nvSpPr>
          <p:cNvPr id="1148451790" name="Slide Number"/>
          <p:cNvSpPr txBox="1">
            <a:spLocks noGrp="1"/>
          </p:cNvSpPr>
          <p:nvPr>
            <p:ph type="sldNum" sz="quarter" idx="2"/>
          </p:nvPr>
        </p:nvSpPr>
        <p:spPr bwMode="auto">
          <a:prstGeom prst="rect">
            <a:avLst/>
          </a:prstGeom>
        </p:spPr>
        <p:txBody>
          <a:bodyPr/>
          <a:lstStyle/>
          <a:p>
            <a:pPr>
              <a:defRPr/>
            </a:pPr>
            <a:fld id="{4DD0DD23-038D-3B43-D45B-1E0CB2722B16}" type="slidenum">
              <a:rPr/>
              <a:t/>
            </a:fld>
            <a:endParaRPr/>
          </a:p>
        </p:txBody>
      </p:sp>
      <p:sp>
        <p:nvSpPr>
          <p:cNvPr id="1434955103" name="Date"/>
          <p:cNvSpPr>
            <a:spLocks noGrp="1"/>
          </p:cNvSpPr>
          <p:nvPr>
            <p:ph type="dt" sz="half" idx="10"/>
          </p:nvPr>
        </p:nvSpPr>
        <p:spPr bwMode="auto"/>
        <p:txBody>
          <a:bodyPr/>
          <a:lstStyle/>
          <a:p>
            <a:pPr>
              <a:defRPr/>
            </a:pPr>
            <a:fld id="{5D401481-A846-9CBA-C314-56790AC9C8AE}" type="datetime1">
              <a:rPr lang="fr-FR"/>
              <a:t/>
            </a:fld>
            <a:endParaRPr/>
          </a:p>
        </p:txBody>
      </p:sp>
      <p:sp>
        <p:nvSpPr>
          <p:cNvPr id="1839154167" name="Footer"/>
          <p:cNvSpPr>
            <a:spLocks noGrp="1"/>
          </p:cNvSpPr>
          <p:nvPr>
            <p:ph type="ftr" sz="quarter" idx="11"/>
          </p:nvPr>
        </p:nvSpPr>
        <p:spPr bwMode="auto"/>
        <p:txBody>
          <a:bodyPr/>
          <a:lstStyle/>
          <a:p>
            <a:pPr>
              <a:defRPr/>
            </a:pPr>
            <a:r>
              <a:rPr/>
              <a:t>CM | LD</a:t>
            </a:r>
            <a:endParaRPr/>
          </a:p>
        </p:txBody>
      </p:sp>
      <p:pic>
        <p:nvPicPr>
          <p:cNvPr id="1844270940" name=""/>
          <p:cNvPicPr>
            <a:picLocks noChangeAspect="1"/>
          </p:cNvPicPr>
          <p:nvPr/>
        </p:nvPicPr>
        <p:blipFill>
          <a:blip r:embed="rId3"/>
          <a:stretch/>
        </p:blipFill>
        <p:spPr bwMode="auto">
          <a:xfrm flipH="0" flipV="0">
            <a:off x="7639638" y="3956360"/>
            <a:ext cx="3539985" cy="2582550"/>
          </a:xfrm>
          <a:prstGeom prst="rect">
            <a:avLst/>
          </a:prstGeom>
        </p:spPr>
      </p:pic>
      <p:pic>
        <p:nvPicPr>
          <p:cNvPr id="2020440651" name=""/>
          <p:cNvPicPr>
            <a:picLocks noChangeAspect="1"/>
          </p:cNvPicPr>
          <p:nvPr/>
        </p:nvPicPr>
        <p:blipFill>
          <a:blip r:embed="rId4"/>
          <a:stretch/>
        </p:blipFill>
        <p:spPr bwMode="auto">
          <a:xfrm flipH="0" flipV="0">
            <a:off x="1926296" y="3941430"/>
            <a:ext cx="3310206" cy="24149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Désigner l'émetteur et le destinataire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Comment nommer l'autre processus ?</a:t>
            </a:r>
            <a:endParaRPr/>
          </a:p>
          <a:p>
            <a:pPr marL="457200" indent="-342900" algn="l">
              <a:lnSpc>
                <a:spcPct val="100000"/>
              </a:lnSpc>
              <a:spcBef>
                <a:spcPts val="1000"/>
              </a:spcBef>
              <a:buFont typeface="Arial"/>
              <a:buChar char="•"/>
              <a:defRPr/>
            </a:pPr>
            <a:r>
              <a:rPr lang="fr-FR" sz="2200" b="0">
                <a:solidFill>
                  <a:schemeClr val="accent5">
                    <a:lumMod val="75000"/>
                  </a:schemeClr>
                </a:solidFill>
              </a:rPr>
              <a:t>Localement : PID, nom de tube</a:t>
            </a:r>
            <a:endParaRPr/>
          </a:p>
          <a:p>
            <a:pPr marL="457200" indent="-342900" algn="l">
              <a:lnSpc>
                <a:spcPct val="100000"/>
              </a:lnSpc>
              <a:spcBef>
                <a:spcPts val="1000"/>
              </a:spcBef>
              <a:buFont typeface="Arial"/>
              <a:buChar char="•"/>
              <a:defRPr/>
            </a:pPr>
            <a:r>
              <a:rPr lang="fr-FR" sz="2200" b="0">
                <a:solidFill>
                  <a:schemeClr val="accent5">
                    <a:lumMod val="75000"/>
                  </a:schemeClr>
                </a:solidFill>
              </a:rPr>
              <a:t>En réseau : adresse de socket (IP + port)</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Résolution de noms : DNS, getaddrinfo()</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sockets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sockets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Interface de programmation entre application et transport</a:t>
            </a:r>
            <a:endParaRPr lang="fr-FR" sz="2200" b="0">
              <a:solidFill>
                <a:schemeClr val="accent5">
                  <a:lumMod val="75000"/>
                </a:schemeClr>
              </a:solidFill>
            </a:endParaRPr>
          </a:p>
          <a:p>
            <a:pPr marL="685800" marR="0" lvl="1" indent="-228600" algn="l">
              <a:lnSpc>
                <a:spcPct val="90000"/>
              </a:lnSpc>
              <a:spcBef>
                <a:spcPts val="4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Les sockets sont des portes d'entrées/sorties</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vers le réseau (la couche transpo</a:t>
            </a:r>
            <a:r>
              <a:rPr lang="fr-FR" sz="1800" b="0" i="0" u="none" strike="noStrike" cap="none" spc="0">
                <a:solidFill>
                  <a:schemeClr val="accent5">
                    <a:lumMod val="75000"/>
                  </a:schemeClr>
                </a:solidFill>
                <a:latin typeface="Arial"/>
                <a:ea typeface="Arial"/>
                <a:cs typeface="Arial"/>
              </a:rPr>
              <a:t>rt)</a:t>
            </a:r>
            <a:endParaRPr lang="fr-FR" sz="1800" b="0" i="0" u="none" strike="noStrike" cap="none" spc="0">
              <a:solidFill>
                <a:schemeClr val="accent5">
                  <a:lumMod val="75000"/>
                </a:schemeClr>
              </a:solidFill>
              <a:latin typeface="Arial"/>
              <a:cs typeface="Arial"/>
            </a:endParaRPr>
          </a:p>
          <a:p>
            <a:pPr marL="457200" marR="0" lvl="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Deux processus communiquent en émettant et</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recevant des données via les sockets</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Une socket = un « fichier virtuel » (read / write / close)</a:t>
            </a:r>
            <a:endParaRPr lang="fr-FR" sz="2200" b="0">
              <a:solidFill>
                <a:schemeClr val="accent5">
                  <a:lumMod val="75000"/>
                </a:schemeClr>
              </a:solidFill>
            </a:endParaRPr>
          </a:p>
          <a:p>
            <a:pPr marL="457200" indent="-342900" algn="l">
              <a:lnSpc>
                <a:spcPct val="100000"/>
              </a:lnSpc>
              <a:spcBef>
                <a:spcPts val="1000"/>
              </a:spcBef>
              <a:buFont typeface="Arial"/>
              <a:buChar char="•"/>
              <a:defRPr/>
            </a:pPr>
            <a:r>
              <a:rPr lang="fr-FR" sz="2200" b="0">
                <a:solidFill>
                  <a:schemeClr val="accent5">
                    <a:lumMod val="75000"/>
                  </a:schemeClr>
                </a:solidFill>
              </a:rPr>
              <a:t>Indépendante du protocole et de la version d'IP</a:t>
            </a:r>
            <a:endParaRPr/>
          </a:p>
          <a:p>
            <a:pPr marL="457200" indent="-342900" algn="l">
              <a:lnSpc>
                <a:spcPct val="100000"/>
              </a:lnSpc>
              <a:spcBef>
                <a:spcPts val="1000"/>
              </a:spcBef>
              <a:buFont typeface="Arial"/>
              <a:buChar char="•"/>
              <a:defRPr/>
            </a:pPr>
            <a:r>
              <a:rPr lang="fr-FR" sz="2200" b="0">
                <a:solidFill>
                  <a:schemeClr val="accent5">
                    <a:lumMod val="75000"/>
                  </a:schemeClr>
                </a:solidFill>
              </a:rPr>
              <a:t>API standard (POSIX/BSD), disponible partout</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sockets </a:t>
            </a:r>
            <a:r>
              <a:rPr/>
              <a:t>-</a:t>
            </a:r>
            <a:r>
              <a:rPr lang="fr-FR"/>
              <a:t> adressage</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0000" lnSpcReduction="2000"/>
          </a:bodyPr>
          <a:lstStyle/>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Le serveur écoute sur un port fixe et connu</a:t>
            </a:r>
            <a:endParaRPr lang="fr-FR" sz="19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Le port du client est attribué automatiquement</a:t>
            </a:r>
            <a:endParaRPr lang="fr-FR" sz="19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Adresse de socket = adresse IP</a:t>
            </a:r>
            <a:r>
              <a:rPr lang="fr-FR" sz="1900" b="0" i="0" u="none" strike="noStrike" cap="none" spc="0">
                <a:solidFill>
                  <a:schemeClr val="accent5">
                    <a:lumMod val="75000"/>
                  </a:schemeClr>
                </a:solidFill>
                <a:latin typeface="Arial"/>
                <a:ea typeface="Arial"/>
                <a:cs typeface="Arial"/>
              </a:rPr>
              <a:t> (id la machine – serveur ou hôte)</a:t>
            </a:r>
            <a:r>
              <a:rPr lang="fr-FR" sz="1900" b="0" i="0" u="none" strike="noStrike" cap="none" spc="0">
                <a:solidFill>
                  <a:schemeClr val="accent5">
                    <a:lumMod val="75000"/>
                  </a:schemeClr>
                </a:solidFill>
                <a:latin typeface="Arial"/>
                <a:ea typeface="Arial"/>
                <a:cs typeface="Arial"/>
              </a:rPr>
              <a:t> + port</a:t>
            </a:r>
            <a:r>
              <a:rPr lang="fr-FR" sz="1900" b="0" i="0" u="none" strike="noStrike" cap="none" spc="0">
                <a:solidFill>
                  <a:schemeClr val="accent5">
                    <a:lumMod val="75000"/>
                  </a:schemeClr>
                </a:solidFill>
                <a:latin typeface="Arial"/>
                <a:ea typeface="Arial"/>
                <a:cs typeface="Arial"/>
              </a:rPr>
              <a:t> (id l’application)</a:t>
            </a:r>
            <a:endParaRPr lang="fr-FR" sz="19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IPv4 (AF_INET) et IPv6 (AF_INET6) ; getaddrinfo() recommandé</a:t>
            </a:r>
            <a:endParaRPr lang="fr-FR" sz="19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Les ports inférieurs à 1024 sont réservés :</a:t>
            </a:r>
            <a:endParaRPr lang="fr-FR" sz="1900" b="0" i="0" u="none" strike="noStrike" cap="none" spc="0">
              <a:solidFill>
                <a:schemeClr val="accent5">
                  <a:lumMod val="75000"/>
                </a:schemeClr>
              </a:solidFill>
              <a:latin typeface="Arial"/>
              <a:cs typeface="Arial"/>
            </a:endParaRPr>
          </a:p>
          <a:p>
            <a:pPr marL="857250" marR="0" lvl="3"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a:t>
            </a:r>
            <a:r>
              <a:rPr lang="fr-FR" sz="1700" b="0" i="0" u="none" strike="noStrike" cap="none" spc="0">
                <a:solidFill>
                  <a:schemeClr val="accent5">
                    <a:lumMod val="75000"/>
                  </a:schemeClr>
                </a:solidFill>
                <a:latin typeface="Arial"/>
                <a:ea typeface="Arial"/>
                <a:cs typeface="Arial"/>
              </a:rPr>
              <a:t>well-known ports"</a:t>
            </a:r>
            <a:r>
              <a:rPr lang="fr-FR" sz="1700" b="0" i="0" u="none" strike="noStrike" cap="none" spc="0">
                <a:solidFill>
                  <a:schemeClr val="accent5">
                    <a:lumMod val="75000"/>
                  </a:schemeClr>
                </a:solidFill>
                <a:latin typeface="Arial"/>
                <a:ea typeface="Arial"/>
                <a:cs typeface="Arial"/>
              </a:rPr>
              <a:t> : </a:t>
            </a:r>
            <a:r>
              <a:rPr lang="fr-FR" sz="1700" b="0" i="0" u="none" strike="noStrike" cap="none" spc="0">
                <a:solidFill>
                  <a:schemeClr val="accent5">
                    <a:lumMod val="75000"/>
                  </a:schemeClr>
                </a:solidFill>
                <a:latin typeface="Arial"/>
                <a:ea typeface="Arial"/>
                <a:cs typeface="Arial"/>
              </a:rPr>
              <a:t>ils permettent d'identifier les serveurs d'applications</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connues</a:t>
            </a:r>
            <a:endParaRPr lang="fr-FR" sz="1900" b="0" i="0" u="none" strike="noStrike" cap="none" spc="0">
              <a:solidFill>
                <a:schemeClr val="accent5">
                  <a:lumMod val="75000"/>
                </a:schemeClr>
              </a:solidFill>
              <a:latin typeface="Arial"/>
              <a:cs typeface="Arial"/>
            </a:endParaRPr>
          </a:p>
          <a:p>
            <a:pPr marL="857250" marR="0" lvl="3"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ils sont attribués par l'IANA</a:t>
            </a:r>
            <a:endParaRPr lang="fr-FR" sz="19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900" b="0" i="0" u="none" strike="noStrike" cap="none" spc="0">
                <a:solidFill>
                  <a:schemeClr val="accent5">
                    <a:lumMod val="75000"/>
                  </a:schemeClr>
                </a:solidFill>
                <a:latin typeface="Arial"/>
                <a:ea typeface="Arial"/>
                <a:cs typeface="Arial"/>
              </a:rPr>
              <a:t>Les clients n'ont pas besoin d'utiliser des</a:t>
            </a:r>
            <a:r>
              <a:rPr lang="fr-FR" sz="1900" b="0" i="0" u="none" strike="noStrike" cap="none" spc="0">
                <a:solidFill>
                  <a:schemeClr val="accent5">
                    <a:lumMod val="75000"/>
                  </a:schemeClr>
                </a:solidFill>
                <a:latin typeface="Arial"/>
                <a:ea typeface="Arial"/>
                <a:cs typeface="Arial"/>
              </a:rPr>
              <a:t> </a:t>
            </a:r>
            <a:r>
              <a:rPr lang="fr-FR" sz="1900" b="0" i="0" u="none" strike="noStrike" cap="none" spc="0">
                <a:solidFill>
                  <a:schemeClr val="accent5">
                    <a:lumMod val="75000"/>
                  </a:schemeClr>
                </a:solidFill>
                <a:latin typeface="Arial"/>
                <a:ea typeface="Arial"/>
                <a:cs typeface="Arial"/>
              </a:rPr>
              <a:t>well-</a:t>
            </a:r>
            <a:r>
              <a:rPr lang="fr-FR" sz="1900" b="0" i="0" u="none" strike="noStrike" cap="none" spc="0">
                <a:solidFill>
                  <a:schemeClr val="accent5">
                    <a:lumMod val="75000"/>
                  </a:schemeClr>
                </a:solidFill>
                <a:latin typeface="Arial"/>
                <a:ea typeface="Arial"/>
                <a:cs typeface="Arial"/>
              </a:rPr>
              <a:t>known ports</a:t>
            </a:r>
            <a:endParaRPr lang="fr-FR" sz="1900" b="0" i="0" u="none" strike="noStrike" cap="none" spc="0">
              <a:solidFill>
                <a:schemeClr val="accent5">
                  <a:lumMod val="75000"/>
                </a:schemeClr>
              </a:solidFill>
              <a:latin typeface="Arial"/>
              <a:cs typeface="Arial"/>
            </a:endParaRPr>
          </a:p>
          <a:p>
            <a:pPr marL="857250" marR="0" lvl="3"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ils utilisent un port quelconque entre 1024 et 65535 à</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condition que le triplet &lt;transport/@IP/port&gt; soit unique</a:t>
            </a:r>
            <a:endParaRPr lang="fr-FR" sz="1900" b="0" i="0" u="none" strike="noStrike" cap="none" spc="0">
              <a:solidFill>
                <a:schemeClr val="accent5">
                  <a:lumMod val="75000"/>
                </a:schemeClr>
              </a:solidFill>
              <a:latin typeface="Arial"/>
              <a:cs typeface="Arial"/>
            </a:endParaRPr>
          </a:p>
          <a:p>
            <a:pPr marL="857250" marR="0" lvl="3"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ils communiquent leur numéro de port au serveur lors de</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la requête (à l'établissement de la connexion TCP ou</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dans les datagrammes UDP)</a:t>
            </a:r>
            <a:endParaRPr lang="fr-FR" sz="19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sockets en pratique</a:t>
            </a:r>
            <a:endParaRPr/>
          </a:p>
        </p:txBody>
      </p:sp>
      <p:sp>
        <p:nvSpPr>
          <p:cNvPr id="9011" name="Content"/>
          <p:cNvSpPr>
            <a:spLocks noGrp="1"/>
          </p:cNvSpPr>
          <p:nvPr>
            <p:ph idx="1"/>
          </p:nvPr>
        </p:nvSpPr>
        <p:spPr bwMode="auto"/>
        <p:txBody>
          <a:bodyPr>
            <a:normAutofit/>
          </a:bodyPr>
          <a:lstStyle/>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Une socket est un fichier virtuel avec les opérations</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d'ouverture, fermeture, écriture, lecture, …</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Création : socket(domaine, type, protocole)</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type SOCK_STREAM (TCP) ou SOCK_DGRAM (UDP)</a:t>
            </a:r>
            <a:r>
              <a:rPr sz="2200" b="0" i="0" u="none" strike="noStrike" cap="none" spc="0">
                <a:solidFill>
                  <a:schemeClr val="accent5">
                    <a:lumMod val="75000"/>
                  </a:schemeClr>
                </a:solidFill>
                <a:latin typeface="Arial"/>
                <a:ea typeface="Arial"/>
                <a:cs typeface="Arial"/>
              </a:rPr>
              <a:t> ou </a:t>
            </a:r>
            <a:r>
              <a:rPr sz="2200" b="0" i="0" u="none" strike="noStrike" cap="none" spc="0">
                <a:solidFill>
                  <a:schemeClr val="accent5">
                    <a:lumMod val="75000"/>
                  </a:schemeClr>
                </a:solidFill>
                <a:latin typeface="Arial"/>
                <a:ea typeface="Arial"/>
                <a:cs typeface="Arial"/>
              </a:rPr>
              <a:t>SOCK_RAW</a:t>
            </a:r>
            <a:r>
              <a:rPr sz="2200" b="0" i="0" u="none" strike="noStrike" cap="none" spc="0">
                <a:solidFill>
                  <a:schemeClr val="accent5">
                    <a:lumMod val="75000"/>
                  </a:schemeClr>
                </a:solidFill>
                <a:latin typeface="Arial"/>
                <a:ea typeface="Arial"/>
                <a:cs typeface="Arial"/>
              </a:rPr>
              <a:t> (IP directement)</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Attacher une adresse : bind()</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Émissions/réceptions partielles possibles → boucle nécessaire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Rappel </a:t>
            </a:r>
            <a:r>
              <a:rPr/>
              <a:t>-</a:t>
            </a:r>
            <a:r>
              <a:rPr lang="fr-FR"/>
              <a:t> une connexion TCP</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Connexion = (proto, @IP src, port src, @IP dst, port dst)</a:t>
            </a:r>
            <a:endParaRPr/>
          </a:p>
          <a:p>
            <a:pPr marL="457200" indent="-342900" algn="l">
              <a:lnSpc>
                <a:spcPct val="100000"/>
              </a:lnSpc>
              <a:spcBef>
                <a:spcPts val="1000"/>
              </a:spcBef>
              <a:buFont typeface="Arial"/>
              <a:buChar char="•"/>
              <a:defRPr/>
            </a:pPr>
            <a:r>
              <a:rPr lang="fr-FR" sz="2200" b="0">
                <a:solidFill>
                  <a:schemeClr val="accent5">
                    <a:lumMod val="75000"/>
                  </a:schemeClr>
                </a:solidFill>
              </a:rPr>
              <a:t>Tampons d'émission et de réception gérés par le noyau</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Contrôle de flux : ne pas saturer le récepteur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read()/write() manipulent un flux d'octets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4315369" name="Title"/>
          <p:cNvSpPr txBox="1">
            <a:spLocks noGrp="1"/>
          </p:cNvSpPr>
          <p:nvPr>
            <p:ph type="title"/>
          </p:nvPr>
        </p:nvSpPr>
        <p:spPr bwMode="auto">
          <a:prstGeom prst="rect">
            <a:avLst/>
          </a:prstGeom>
        </p:spPr>
        <p:txBody>
          <a:bodyPr>
            <a:normAutofit/>
          </a:bodyPr>
          <a:lstStyle/>
          <a:p>
            <a:pPr>
              <a:defRPr/>
            </a:pPr>
            <a:r>
              <a:rPr lang="fr-FR"/>
              <a:t>Rappel </a:t>
            </a:r>
            <a:r>
              <a:rPr/>
              <a:t>-</a:t>
            </a:r>
            <a:r>
              <a:rPr lang="fr-FR"/>
              <a:t> une connexion TCP</a:t>
            </a:r>
            <a:endParaRPr/>
          </a:p>
        </p:txBody>
      </p:sp>
      <p:sp>
        <p:nvSpPr>
          <p:cNvPr id="498317512" name="Slide Number"/>
          <p:cNvSpPr txBox="1">
            <a:spLocks noGrp="1"/>
          </p:cNvSpPr>
          <p:nvPr>
            <p:ph type="sldNum" sz="quarter" idx="2"/>
          </p:nvPr>
        </p:nvSpPr>
        <p:spPr bwMode="auto">
          <a:prstGeom prst="rect">
            <a:avLst/>
          </a:prstGeom>
        </p:spPr>
        <p:txBody>
          <a:bodyPr/>
          <a:lstStyle/>
          <a:p>
            <a:pPr>
              <a:defRPr/>
            </a:pPr>
            <a:fld id="{C267280E-BBFD-8631-2FD1-FB8C9EC010C1}" type="slidenum">
              <a:rPr/>
              <a:t/>
            </a:fld>
            <a:endParaRPr/>
          </a:p>
        </p:txBody>
      </p:sp>
      <p:sp>
        <p:nvSpPr>
          <p:cNvPr id="1023162375" name="Date"/>
          <p:cNvSpPr>
            <a:spLocks noGrp="1"/>
          </p:cNvSpPr>
          <p:nvPr>
            <p:ph type="dt" sz="half" idx="10"/>
          </p:nvPr>
        </p:nvSpPr>
        <p:spPr bwMode="auto"/>
        <p:txBody>
          <a:bodyPr/>
          <a:lstStyle/>
          <a:p>
            <a:pPr>
              <a:defRPr/>
            </a:pPr>
            <a:fld id="{B62C425B-7129-D5F3-4D3A-EEA10A9093D9}" type="datetime1">
              <a:rPr lang="fr-FR"/>
              <a:t/>
            </a:fld>
            <a:endParaRPr/>
          </a:p>
        </p:txBody>
      </p:sp>
      <p:sp>
        <p:nvSpPr>
          <p:cNvPr id="1502036724" name="Footer"/>
          <p:cNvSpPr>
            <a:spLocks noGrp="1"/>
          </p:cNvSpPr>
          <p:nvPr>
            <p:ph type="ftr" sz="quarter" idx="11"/>
          </p:nvPr>
        </p:nvSpPr>
        <p:spPr bwMode="auto"/>
        <p:txBody>
          <a:bodyPr/>
          <a:lstStyle/>
          <a:p>
            <a:pPr>
              <a:defRPr/>
            </a:pPr>
            <a:r>
              <a:rPr/>
              <a:t>CM | LD</a:t>
            </a:r>
            <a:endParaRPr/>
          </a:p>
        </p:txBody>
      </p:sp>
      <p:grpSp>
        <p:nvGrpSpPr>
          <p:cNvPr id="803632340" name=""/>
          <p:cNvGrpSpPr/>
          <p:nvPr/>
        </p:nvGrpSpPr>
        <p:grpSpPr bwMode="auto">
          <a:xfrm>
            <a:off x="1819217" y="1690687"/>
            <a:ext cx="8553564" cy="4633912"/>
            <a:chOff x="0" y="0"/>
            <a:chExt cx="8553564" cy="4633912"/>
          </a:xfrm>
        </p:grpSpPr>
        <p:pic>
          <p:nvPicPr>
            <p:cNvPr id="1864940809" name=""/>
            <p:cNvPicPr>
              <a:picLocks noChangeAspect="1"/>
            </p:cNvPicPr>
            <p:nvPr/>
          </p:nvPicPr>
          <p:blipFill>
            <a:blip r:embed="rId3"/>
            <a:srcRect l="0" t="0" r="0" b="5763"/>
            <a:stretch/>
          </p:blipFill>
          <p:spPr bwMode="auto">
            <a:xfrm flipH="0" flipV="0">
              <a:off x="0" y="0"/>
              <a:ext cx="8553564" cy="4417095"/>
            </a:xfrm>
            <a:prstGeom prst="rect">
              <a:avLst/>
            </a:prstGeom>
          </p:spPr>
        </p:pic>
        <p:pic>
          <p:nvPicPr>
            <p:cNvPr id="1571710191" name=""/>
            <p:cNvPicPr>
              <a:picLocks noChangeAspect="1"/>
            </p:cNvPicPr>
            <p:nvPr/>
          </p:nvPicPr>
          <p:blipFill>
            <a:blip r:embed="rId4"/>
            <a:stretch/>
          </p:blipFill>
          <p:spPr bwMode="auto">
            <a:xfrm>
              <a:off x="537482" y="4338637"/>
              <a:ext cx="876299" cy="295274"/>
            </a:xfrm>
            <a:prstGeom prst="rect">
              <a:avLst/>
            </a:prstGeom>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Mode connecté </a:t>
            </a:r>
            <a:r>
              <a:rPr/>
              <a:t>-</a:t>
            </a:r>
            <a:r>
              <a:rPr lang="fr-FR"/>
              <a:t> côté serveur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socket() → bind() → listen() → accept() (bloquant)</a:t>
            </a:r>
            <a:endParaRPr/>
          </a:p>
          <a:p>
            <a:pPr marL="457200" indent="-342900" algn="l">
              <a:lnSpc>
                <a:spcPct val="100000"/>
              </a:lnSpc>
              <a:spcBef>
                <a:spcPts val="1000"/>
              </a:spcBef>
              <a:buFont typeface="Arial"/>
              <a:buChar char="•"/>
              <a:defRPr/>
            </a:pPr>
            <a:r>
              <a:rPr lang="fr-FR" sz="2200" b="0">
                <a:solidFill>
                  <a:schemeClr val="accent5">
                    <a:lumMod val="75000"/>
                  </a:schemeClr>
                </a:solidFill>
              </a:rPr>
              <a:t>accept() retourne une nouvelle socket dédiée au client</a:t>
            </a:r>
            <a:endParaRPr/>
          </a:p>
          <a:p>
            <a:pPr marL="457200" indent="-342900" algn="l">
              <a:lnSpc>
                <a:spcPct val="100000"/>
              </a:lnSpc>
              <a:spcBef>
                <a:spcPts val="1000"/>
              </a:spcBef>
              <a:buFont typeface="Arial"/>
              <a:buChar char="•"/>
              <a:defRPr/>
            </a:pPr>
            <a:r>
              <a:rPr lang="fr-FR" sz="2200" b="0">
                <a:solidFill>
                  <a:schemeClr val="accent5">
                    <a:lumMod val="75000"/>
                  </a:schemeClr>
                </a:solidFill>
              </a:rPr>
              <a:t>read()/write() pour dialoguer, puis close()</a:t>
            </a:r>
            <a:endParaRPr/>
          </a:p>
          <a:p>
            <a:pPr marL="457200" indent="-342900" algn="l">
              <a:lnSpc>
                <a:spcPct val="100000"/>
              </a:lnSpc>
              <a:spcBef>
                <a:spcPts val="1000"/>
              </a:spcBef>
              <a:buFont typeface="Arial"/>
              <a:buChar char="•"/>
              <a:defRPr/>
            </a:pPr>
            <a:r>
              <a:rPr lang="fr-FR" sz="2200" b="0">
                <a:solidFill>
                  <a:schemeClr val="accent5">
                    <a:lumMod val="75000"/>
                  </a:schemeClr>
                </a:solidFill>
              </a:rPr>
              <a:t>listen() fixe la taille de la file d'attente (backlog)</a:t>
            </a:r>
            <a:endParaRPr lang="fr-FR" sz="2200" b="0">
              <a:solidFill>
                <a:schemeClr val="accent5">
                  <a:lumMod val="75000"/>
                </a:schemeClr>
              </a:solidFill>
            </a:endParaRPr>
          </a:p>
          <a:p>
            <a:pPr marL="457200" indent="-342900" algn="l">
              <a:lnSpc>
                <a:spcPct val="100000"/>
              </a:lnSpc>
              <a:spcBef>
                <a:spcPts val="999"/>
              </a:spcBef>
              <a:buFont typeface="Arial"/>
              <a:buChar char="•"/>
              <a:defRPr/>
            </a:pPr>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P</a:t>
            </a:r>
            <a:r>
              <a:rPr lang="fr-FR" sz="2200" b="0" i="0" u="none" strike="noStrike" cap="none" spc="0">
                <a:solidFill>
                  <a:schemeClr val="accent5">
                    <a:lumMod val="75000"/>
                  </a:schemeClr>
                </a:solidFill>
                <a:latin typeface="Arial"/>
                <a:ea typeface="Arial"/>
                <a:cs typeface="Arial"/>
              </a:rPr>
              <a:t>our que le client puisse contacter le serveur</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processus serveur doit déjà tourner</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serveur doit avoir créé</a:t>
            </a:r>
            <a:r>
              <a:rPr lang="fr-FR" sz="1800" b="0" i="0" u="none" strike="noStrike" cap="none" spc="0">
                <a:solidFill>
                  <a:schemeClr val="accent5">
                    <a:lumMod val="75000"/>
                  </a:schemeClr>
                </a:solidFill>
                <a:latin typeface="Arial"/>
                <a:ea typeface="Arial"/>
                <a:cs typeface="Arial"/>
              </a:rPr>
              <a:t> au préalable une socket pour</a:t>
            </a:r>
            <a:r>
              <a:rP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recevoir les demandes de connexion des clients</a:t>
            </a:r>
            <a:endParaRPr lang="fr-FR" sz="22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Mode connecté </a:t>
            </a:r>
            <a:r>
              <a:rPr/>
              <a:t>-</a:t>
            </a:r>
            <a:r>
              <a:rPr lang="fr-FR"/>
              <a:t> côté client</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socket() → connect() déclenche le 3-way handshake</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write()/read() pour échanger, puis close()</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Pas de bind() explicite : port </a:t>
            </a:r>
            <a:r>
              <a:rPr lang="fr-FR" sz="1800" b="0" i="0" u="none" strike="noStrike" cap="none" spc="0">
                <a:solidFill>
                  <a:schemeClr val="accent5">
                    <a:lumMod val="75000"/>
                  </a:schemeClr>
                </a:solidFill>
                <a:latin typeface="Arial"/>
                <a:ea typeface="Arial"/>
                <a:cs typeface="Arial"/>
              </a:rPr>
              <a:t>attribué </a:t>
            </a:r>
            <a:r>
              <a:rPr lang="fr-FR" sz="1800" b="0" i="0" u="none" strike="noStrike" cap="none" spc="0">
                <a:solidFill>
                  <a:schemeClr val="accent5">
                    <a:lumMod val="75000"/>
                  </a:schemeClr>
                </a:solidFill>
                <a:latin typeface="Arial"/>
                <a:ea typeface="Arial"/>
                <a:cs typeface="Arial"/>
              </a:rPr>
              <a:t>automatiquement</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flux d'octets ne préserve pas les frontières de messages</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client contacte le serveur</a:t>
            </a:r>
            <a:endParaRPr lang="fr-FR" sz="11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lang="fr-FR" sz="1200" b="0" i="0" u="none" strike="noStrike" cap="none" spc="0">
                <a:solidFill>
                  <a:schemeClr val="accent5">
                    <a:lumMod val="75000"/>
                  </a:schemeClr>
                </a:solidFill>
                <a:latin typeface="Arial"/>
                <a:ea typeface="Arial"/>
                <a:cs typeface="Arial"/>
              </a:rPr>
              <a:t>en créant une socket locale au client</a:t>
            </a:r>
            <a:endParaRPr sz="1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lang="fr-FR" sz="1200" b="0" i="0" u="none" strike="noStrike" cap="none" spc="0">
                <a:solidFill>
                  <a:schemeClr val="accent5">
                    <a:lumMod val="75000"/>
                  </a:schemeClr>
                </a:solidFill>
                <a:latin typeface="Arial"/>
                <a:ea typeface="Arial"/>
                <a:cs typeface="Arial"/>
              </a:rPr>
              <a:t>en spécifiant une adresse IP et un numéro de port</a:t>
            </a:r>
            <a:r>
              <a:rPr lang="fr-FR" sz="1200" b="0" i="0" u="none" strike="noStrike" cap="none" spc="0">
                <a:solidFill>
                  <a:schemeClr val="accent5">
                    <a:lumMod val="75000"/>
                  </a:schemeClr>
                </a:solidFill>
                <a:latin typeface="Arial"/>
                <a:ea typeface="Arial"/>
                <a:cs typeface="Arial"/>
              </a:rPr>
              <a:t> </a:t>
            </a:r>
            <a:r>
              <a:rPr lang="fr-FR" sz="1200" b="0" i="0" u="none" strike="noStrike" cap="none" spc="0">
                <a:solidFill>
                  <a:schemeClr val="accent5">
                    <a:lumMod val="75000"/>
                  </a:schemeClr>
                </a:solidFill>
                <a:latin typeface="Arial"/>
                <a:ea typeface="Arial"/>
                <a:cs typeface="Arial"/>
              </a:rPr>
              <a:t>pour joindre le processus serveur</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Le client demande alors l'établissement d'une</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c</a:t>
            </a:r>
            <a:r>
              <a:rPr lang="fr-FR" sz="1800" b="0" i="0" u="none" strike="noStrike" cap="none" spc="0">
                <a:solidFill>
                  <a:schemeClr val="accent5">
                    <a:lumMod val="75000"/>
                  </a:schemeClr>
                </a:solidFill>
                <a:latin typeface="Arial"/>
                <a:ea typeface="Arial"/>
                <a:cs typeface="Arial"/>
              </a:rPr>
              <a:t>o</a:t>
            </a:r>
            <a:r>
              <a:rPr lang="fr-FR" sz="1800" b="0" i="0" u="none" strike="noStrike" cap="none" spc="0">
                <a:solidFill>
                  <a:schemeClr val="accent5">
                    <a:lumMod val="75000"/>
                  </a:schemeClr>
                </a:solidFill>
                <a:latin typeface="Arial"/>
                <a:ea typeface="Arial"/>
                <a:cs typeface="Arial"/>
              </a:rPr>
              <a:t>nnexion avec le serveur</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Si le serveur accepte la demande de connexion</a:t>
            </a:r>
            <a:endParaRPr lang="fr-FR" sz="1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lang="fr-FR" sz="1200" b="0" i="0" u="none" strike="noStrike" cap="none" spc="0">
                <a:solidFill>
                  <a:schemeClr val="accent5">
                    <a:lumMod val="75000"/>
                  </a:schemeClr>
                </a:solidFill>
                <a:latin typeface="Arial"/>
                <a:ea typeface="Arial"/>
                <a:cs typeface="Arial"/>
              </a:rPr>
              <a:t>il c</a:t>
            </a:r>
            <a:r>
              <a:rPr lang="fr-FR" sz="1200" b="0" i="0" u="none" strike="noStrike" cap="none" spc="0">
                <a:solidFill>
                  <a:schemeClr val="accent5">
                    <a:lumMod val="75000"/>
                  </a:schemeClr>
                </a:solidFill>
                <a:latin typeface="Arial"/>
                <a:ea typeface="Arial"/>
                <a:cs typeface="Arial"/>
              </a:rPr>
              <a:t>rée une nouvelle socket permettant le dialogue</a:t>
            </a:r>
            <a:r>
              <a:rPr lang="fr-FR" sz="1200" b="0" i="0" u="none" strike="noStrike" cap="none" spc="0">
                <a:solidFill>
                  <a:schemeClr val="accent5">
                    <a:lumMod val="75000"/>
                  </a:schemeClr>
                </a:solidFill>
                <a:latin typeface="Arial"/>
                <a:ea typeface="Arial"/>
                <a:cs typeface="Arial"/>
              </a:rPr>
              <a:t> </a:t>
            </a:r>
            <a:r>
              <a:rPr lang="fr-FR" sz="1200" b="0" i="0" u="none" strike="noStrike" cap="none" spc="0">
                <a:solidFill>
                  <a:schemeClr val="accent5">
                    <a:lumMod val="75000"/>
                  </a:schemeClr>
                </a:solidFill>
                <a:latin typeface="Arial"/>
                <a:ea typeface="Arial"/>
                <a:cs typeface="Arial"/>
              </a:rPr>
              <a:t>avec ce client</a:t>
            </a:r>
            <a:endParaRPr sz="1200" b="0" i="0" u="none" strike="noStrike" cap="none" spc="0">
              <a:solidFill>
                <a:schemeClr val="accent5">
                  <a:lumMod val="75000"/>
                </a:schemeClr>
              </a:solidFill>
              <a:latin typeface="Arial"/>
              <a:cs typeface="Arial"/>
            </a:endParaRPr>
          </a:p>
          <a:p>
            <a:pPr marL="857250" marR="0" lvl="2" indent="-342900" algn="l">
              <a:lnSpc>
                <a:spcPct val="100000"/>
              </a:lnSpc>
              <a:spcBef>
                <a:spcPts val="999"/>
              </a:spcBef>
              <a:spcAft>
                <a:spcPts val="0"/>
              </a:spcAft>
              <a:buFont typeface="Arial"/>
              <a:buChar char="•"/>
              <a:defRPr/>
            </a:pPr>
            <a:r>
              <a:rPr lang="fr-FR" sz="1200" b="0" i="0" u="none" strike="noStrike" cap="none" spc="0">
                <a:solidFill>
                  <a:schemeClr val="accent5">
                    <a:lumMod val="75000"/>
                  </a:schemeClr>
                </a:solidFill>
                <a:latin typeface="Arial"/>
                <a:ea typeface="Arial"/>
                <a:cs typeface="Arial"/>
              </a:rPr>
              <a:t>permet au serveur de dialoguer avec plusieurs clients</a:t>
            </a:r>
            <a:endParaRPr lang="fr-FR" sz="12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Mode connecté (TCP) </a:t>
            </a:r>
            <a:r>
              <a:rPr/>
              <a:t>-</a:t>
            </a:r>
            <a:r>
              <a:rPr lang="fr-FR"/>
              <a:t> séquence d'appels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135998964" name=""/>
          <p:cNvPicPr>
            <a:picLocks noChangeAspect="1"/>
          </p:cNvPicPr>
          <p:nvPr/>
        </p:nvPicPr>
        <p:blipFill>
          <a:blip r:embed="rId3"/>
          <a:stretch/>
        </p:blipFill>
        <p:spPr bwMode="auto">
          <a:xfrm flipH="0" flipV="0">
            <a:off x="2651288" y="2059182"/>
            <a:ext cx="6776520" cy="4118365"/>
          </a:xfrm>
          <a:prstGeom prst="rect">
            <a:avLst/>
          </a:prstGeom>
        </p:spPr>
      </p:pic>
      <p:sp>
        <p:nvSpPr>
          <p:cNvPr id="2108455604" name=""/>
          <p:cNvSpPr/>
          <p:nvPr/>
        </p:nvSpPr>
        <p:spPr bwMode="auto">
          <a:xfrm flipH="0" flipV="0">
            <a:off x="2651288" y="1924638"/>
            <a:ext cx="835669" cy="392783"/>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6513543" name="Title"/>
          <p:cNvSpPr txBox="1">
            <a:spLocks noGrp="1"/>
          </p:cNvSpPr>
          <p:nvPr>
            <p:ph type="title"/>
          </p:nvPr>
        </p:nvSpPr>
        <p:spPr bwMode="auto">
          <a:prstGeom prst="rect">
            <a:avLst/>
          </a:prstGeom>
        </p:spPr>
        <p:txBody>
          <a:bodyPr>
            <a:normAutofit/>
          </a:bodyPr>
          <a:lstStyle/>
          <a:p>
            <a:pPr>
              <a:defRPr/>
            </a:pPr>
            <a:r>
              <a:rPr lang="fr-FR"/>
              <a:t>Mode connecté (TCP) </a:t>
            </a:r>
            <a:r>
              <a:rPr/>
              <a:t>-</a:t>
            </a:r>
            <a:r>
              <a:rPr lang="fr-FR"/>
              <a:t> séquence d'appels</a:t>
            </a:r>
            <a:endParaRPr/>
          </a:p>
        </p:txBody>
      </p:sp>
      <p:sp>
        <p:nvSpPr>
          <p:cNvPr id="1450833964" name="Slide Number"/>
          <p:cNvSpPr txBox="1">
            <a:spLocks noGrp="1"/>
          </p:cNvSpPr>
          <p:nvPr>
            <p:ph type="sldNum" sz="quarter" idx="12"/>
          </p:nvPr>
        </p:nvSpPr>
        <p:spPr bwMode="auto">
          <a:prstGeom prst="rect">
            <a:avLst/>
          </a:prstGeom>
        </p:spPr>
        <p:txBody>
          <a:bodyPr/>
          <a:lstStyle/>
          <a:p>
            <a:pPr>
              <a:defRPr/>
            </a:pPr>
            <a:fld id="{9D2EC5A8-208C-F8F6-79C6-F5C458D9B67E}" type="slidenum">
              <a:rPr/>
              <a:t/>
            </a:fld>
            <a:endParaRPr/>
          </a:p>
        </p:txBody>
      </p:sp>
      <p:sp>
        <p:nvSpPr>
          <p:cNvPr id="1562744243" name="Date"/>
          <p:cNvSpPr>
            <a:spLocks noGrp="1"/>
          </p:cNvSpPr>
          <p:nvPr>
            <p:ph type="dt" sz="half" idx="10"/>
          </p:nvPr>
        </p:nvSpPr>
        <p:spPr bwMode="auto"/>
        <p:txBody>
          <a:bodyPr/>
          <a:lstStyle/>
          <a:p>
            <a:pPr>
              <a:defRPr/>
            </a:pPr>
            <a:fld id="{13940E51-FDC0-BF28-2AF4-C55AA4438A78}" type="datetime1">
              <a:rPr lang="fr-FR"/>
              <a:t/>
            </a:fld>
            <a:endParaRPr/>
          </a:p>
        </p:txBody>
      </p:sp>
      <p:sp>
        <p:nvSpPr>
          <p:cNvPr id="988932970" name="Footer"/>
          <p:cNvSpPr>
            <a:spLocks noGrp="1"/>
          </p:cNvSpPr>
          <p:nvPr>
            <p:ph type="ftr" sz="quarter" idx="11"/>
          </p:nvPr>
        </p:nvSpPr>
        <p:spPr bwMode="auto"/>
        <p:txBody>
          <a:bodyPr/>
          <a:lstStyle/>
          <a:p>
            <a:pPr>
              <a:defRPr/>
            </a:pPr>
            <a:r>
              <a:rPr/>
              <a:t>CM | LD</a:t>
            </a:r>
            <a:endParaRPr/>
          </a:p>
        </p:txBody>
      </p:sp>
      <p:sp>
        <p:nvSpPr>
          <p:cNvPr id="685458839" name=""/>
          <p:cNvSpPr/>
          <p:nvPr/>
        </p:nvSpPr>
        <p:spPr bwMode="auto">
          <a:xfrm flipH="0" flipV="0">
            <a:off x="2651288" y="1924638"/>
            <a:ext cx="835669" cy="392783"/>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pic>
        <p:nvPicPr>
          <p:cNvPr id="1652120988" name=""/>
          <p:cNvPicPr>
            <a:picLocks noChangeAspect="1"/>
          </p:cNvPicPr>
          <p:nvPr/>
        </p:nvPicPr>
        <p:blipFill>
          <a:blip r:embed="rId3"/>
          <a:stretch/>
        </p:blipFill>
        <p:spPr bwMode="auto">
          <a:xfrm flipH="0" flipV="0">
            <a:off x="2531797" y="2121030"/>
            <a:ext cx="7128405" cy="4136057"/>
          </a:xfrm>
          <a:prstGeom prst="rect">
            <a:avLst/>
          </a:prstGeom>
        </p:spPr>
      </p:pic>
      <p:sp>
        <p:nvSpPr>
          <p:cNvPr id="191916277" name=""/>
          <p:cNvSpPr/>
          <p:nvPr/>
        </p:nvSpPr>
        <p:spPr bwMode="auto">
          <a:xfrm flipH="0" flipV="0">
            <a:off x="2651288" y="2008300"/>
            <a:ext cx="835669" cy="392782"/>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Mode non connecté </a:t>
            </a:r>
            <a:r>
              <a:rPr/>
              <a:t>-</a:t>
            </a:r>
            <a:r>
              <a:rPr lang="fr-FR"/>
              <a:t> UDP</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Pour que le client puisse contacter le serveur</a:t>
            </a:r>
            <a:endParaRP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600" b="0" i="0" u="none" strike="noStrike" cap="none" spc="0">
                <a:solidFill>
                  <a:schemeClr val="accent5">
                    <a:lumMod val="75000"/>
                  </a:schemeClr>
                </a:solidFill>
                <a:latin typeface="Arial"/>
                <a:ea typeface="Arial"/>
                <a:cs typeface="Arial"/>
              </a:rPr>
              <a:t>il doit connaître l'adresse de la socket du serveur</a:t>
            </a:r>
            <a:endParaRPr sz="20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600" b="0" i="0" u="none" strike="noStrike" cap="none" spc="0">
                <a:solidFill>
                  <a:schemeClr val="accent5">
                    <a:lumMod val="75000"/>
                  </a:schemeClr>
                </a:solidFill>
                <a:latin typeface="Arial"/>
                <a:ea typeface="Arial"/>
                <a:cs typeface="Arial"/>
              </a:rPr>
              <a:t> le serveur doit avoir créé la socket de réception</a:t>
            </a:r>
            <a:endParaRP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 Le client envoie sa requête en précisant, lors de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chaque envoi, l'adresse de la socket destinataire</a:t>
            </a:r>
            <a:endParaRP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Le datagramme envoyé par le client contient</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l'adresse de la socket émettrice (port, @IP)</a:t>
            </a:r>
            <a:endParaRP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Le serveur traite la requête et répond au client</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en utilisant l'adresse de la socket émettrice de la</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requête</a:t>
            </a:r>
            <a:endParaRPr sz="22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2341188" name="Title"/>
          <p:cNvSpPr txBox="1">
            <a:spLocks noGrp="1"/>
          </p:cNvSpPr>
          <p:nvPr>
            <p:ph type="title"/>
          </p:nvPr>
        </p:nvSpPr>
        <p:spPr bwMode="auto">
          <a:prstGeom prst="rect">
            <a:avLst/>
          </a:prstGeom>
        </p:spPr>
        <p:txBody>
          <a:bodyPr>
            <a:normAutofit/>
          </a:bodyPr>
          <a:lstStyle/>
          <a:p>
            <a:pPr>
              <a:defRPr/>
            </a:pPr>
            <a:r>
              <a:rPr lang="fr-FR"/>
              <a:t>Mode non connecté </a:t>
            </a:r>
            <a:r>
              <a:rPr/>
              <a:t>-</a:t>
            </a:r>
            <a:r>
              <a:rPr lang="fr-FR"/>
              <a:t> UDP</a:t>
            </a:r>
            <a:endParaRPr/>
          </a:p>
        </p:txBody>
      </p:sp>
      <p:sp>
        <p:nvSpPr>
          <p:cNvPr id="199078935"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999"/>
              </a:spcBef>
              <a:buFont typeface="Arial"/>
              <a:buChar char="•"/>
              <a:defRPr/>
            </a:pPr>
            <a:r>
              <a:rPr lang="fr-FR" sz="2200" b="0">
                <a:solidFill>
                  <a:schemeClr val="accent5">
                    <a:lumMod val="75000"/>
                  </a:schemeClr>
                </a:solidFill>
              </a:rPr>
              <a:t>socket() puis bind() côté serveur</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lang="fr-FR" sz="2200" b="0">
                <a:solidFill>
                  <a:schemeClr val="accent5">
                    <a:lumMod val="75000"/>
                  </a:schemeClr>
                </a:solidFill>
              </a:rPr>
              <a:t>sendto() / recvfrom() : adresse fournie à chaque envoi</a:t>
            </a:r>
            <a:endParaRPr/>
          </a:p>
          <a:p>
            <a:pPr marL="457200" indent="-342900" algn="l">
              <a:lnSpc>
                <a:spcPct val="100000"/>
              </a:lnSpc>
              <a:spcBef>
                <a:spcPts val="999"/>
              </a:spcBef>
              <a:buFont typeface="Arial"/>
              <a:buChar char="•"/>
              <a:defRPr/>
            </a:pPr>
            <a:r>
              <a:rPr lang="fr-FR" sz="2200" b="0">
                <a:solidFill>
                  <a:schemeClr val="accent5">
                    <a:lumMod val="75000"/>
                  </a:schemeClr>
                </a:solidFill>
              </a:rPr>
              <a:t>Pas de connexion, chaque datagramme est autonome</a:t>
            </a:r>
            <a:endParaRPr/>
          </a:p>
          <a:p>
            <a:pPr marL="457200" indent="-342900" algn="l">
              <a:lnSpc>
                <a:spcPct val="100000"/>
              </a:lnSpc>
              <a:spcBef>
                <a:spcPts val="999"/>
              </a:spcBef>
              <a:buFont typeface="Arial"/>
              <a:buChar char="•"/>
              <a:defRPr/>
            </a:pPr>
            <a:r>
              <a:rPr lang="fr-FR" sz="2200" b="0">
                <a:solidFill>
                  <a:schemeClr val="accent5">
                    <a:lumMod val="75000"/>
                  </a:schemeClr>
                </a:solidFill>
              </a:rPr>
              <a:t>Les frontières de messages sont préservées</a:t>
            </a:r>
            <a:endParaRPr/>
          </a:p>
        </p:txBody>
      </p:sp>
      <p:sp>
        <p:nvSpPr>
          <p:cNvPr id="1449761316" name="Slide Number"/>
          <p:cNvSpPr txBox="1">
            <a:spLocks noGrp="1"/>
          </p:cNvSpPr>
          <p:nvPr>
            <p:ph type="sldNum" sz="quarter" idx="2"/>
          </p:nvPr>
        </p:nvSpPr>
        <p:spPr bwMode="auto">
          <a:prstGeom prst="rect">
            <a:avLst/>
          </a:prstGeom>
        </p:spPr>
        <p:txBody>
          <a:bodyPr/>
          <a:lstStyle/>
          <a:p>
            <a:pPr>
              <a:defRPr/>
            </a:pPr>
            <a:fld id="{01EB16A0-279F-825C-EED1-06FEA7262307}" type="slidenum">
              <a:rPr/>
              <a:t/>
            </a:fld>
            <a:endParaRPr/>
          </a:p>
        </p:txBody>
      </p:sp>
      <p:sp>
        <p:nvSpPr>
          <p:cNvPr id="1081221791" name="Date"/>
          <p:cNvSpPr>
            <a:spLocks noGrp="1"/>
          </p:cNvSpPr>
          <p:nvPr>
            <p:ph type="dt" sz="half" idx="10"/>
          </p:nvPr>
        </p:nvSpPr>
        <p:spPr bwMode="auto"/>
        <p:txBody>
          <a:bodyPr/>
          <a:lstStyle/>
          <a:p>
            <a:pPr>
              <a:defRPr/>
            </a:pPr>
            <a:fld id="{9AADD37C-1DE5-169A-4F25-8A44D6482A06}" type="datetime1">
              <a:rPr lang="fr-FR"/>
              <a:t/>
            </a:fld>
            <a:endParaRPr/>
          </a:p>
        </p:txBody>
      </p:sp>
      <p:sp>
        <p:nvSpPr>
          <p:cNvPr id="865589831"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Mode non connecté (UDP) </a:t>
            </a:r>
            <a:r>
              <a:rPr/>
              <a:t>-</a:t>
            </a:r>
            <a:r>
              <a:rPr lang="fr-FR"/>
              <a:t> séquence d'appels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598063265" name=""/>
          <p:cNvPicPr>
            <a:picLocks noChangeAspect="1"/>
          </p:cNvPicPr>
          <p:nvPr/>
        </p:nvPicPr>
        <p:blipFill>
          <a:blip r:embed="rId3"/>
          <a:stretch/>
        </p:blipFill>
        <p:spPr bwMode="auto">
          <a:xfrm flipH="0" flipV="0">
            <a:off x="2425438" y="1920556"/>
            <a:ext cx="7678712" cy="4618356"/>
          </a:xfrm>
          <a:prstGeom prst="rect">
            <a:avLst/>
          </a:prstGeom>
        </p:spPr>
      </p:pic>
      <p:sp>
        <p:nvSpPr>
          <p:cNvPr id="1571167306" name=""/>
          <p:cNvSpPr/>
          <p:nvPr/>
        </p:nvSpPr>
        <p:spPr bwMode="auto">
          <a:xfrm flipH="0" flipV="0">
            <a:off x="2425438" y="1822359"/>
            <a:ext cx="835669" cy="392782"/>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1598968" name="Title"/>
          <p:cNvSpPr txBox="1">
            <a:spLocks noGrp="1"/>
          </p:cNvSpPr>
          <p:nvPr>
            <p:ph type="title"/>
          </p:nvPr>
        </p:nvSpPr>
        <p:spPr bwMode="auto">
          <a:prstGeom prst="rect">
            <a:avLst/>
          </a:prstGeom>
        </p:spPr>
        <p:txBody>
          <a:bodyPr>
            <a:normAutofit/>
          </a:bodyPr>
          <a:lstStyle/>
          <a:p>
            <a:pPr>
              <a:defRPr/>
            </a:pPr>
            <a:r>
              <a:rPr lang="fr-FR"/>
              <a:t>Mode non connecté (UDP) </a:t>
            </a:r>
            <a:r>
              <a:rPr/>
              <a:t>-</a:t>
            </a:r>
            <a:r>
              <a:rPr lang="fr-FR"/>
              <a:t> séquence d'appels</a:t>
            </a:r>
            <a:endParaRPr/>
          </a:p>
        </p:txBody>
      </p:sp>
      <p:sp>
        <p:nvSpPr>
          <p:cNvPr id="1521528898" name="Slide Number"/>
          <p:cNvSpPr txBox="1">
            <a:spLocks noGrp="1"/>
          </p:cNvSpPr>
          <p:nvPr>
            <p:ph type="sldNum" sz="quarter" idx="12"/>
          </p:nvPr>
        </p:nvSpPr>
        <p:spPr bwMode="auto">
          <a:prstGeom prst="rect">
            <a:avLst/>
          </a:prstGeom>
        </p:spPr>
        <p:txBody>
          <a:bodyPr/>
          <a:lstStyle/>
          <a:p>
            <a:pPr>
              <a:defRPr/>
            </a:pPr>
            <a:fld id="{69622524-F9D2-007F-B861-BA4A7FB8AA53}" type="slidenum">
              <a:rPr/>
              <a:t/>
            </a:fld>
            <a:endParaRPr/>
          </a:p>
        </p:txBody>
      </p:sp>
      <p:sp>
        <p:nvSpPr>
          <p:cNvPr id="1580433658" name="Date"/>
          <p:cNvSpPr>
            <a:spLocks noGrp="1"/>
          </p:cNvSpPr>
          <p:nvPr>
            <p:ph type="dt" sz="half" idx="10"/>
          </p:nvPr>
        </p:nvSpPr>
        <p:spPr bwMode="auto"/>
        <p:txBody>
          <a:bodyPr/>
          <a:lstStyle/>
          <a:p>
            <a:pPr>
              <a:defRPr/>
            </a:pPr>
            <a:fld id="{DCF248C4-4813-4A32-3249-1870428C7D99}" type="datetime1">
              <a:rPr lang="fr-FR"/>
              <a:t/>
            </a:fld>
            <a:endParaRPr/>
          </a:p>
        </p:txBody>
      </p:sp>
      <p:sp>
        <p:nvSpPr>
          <p:cNvPr id="1964728709" name="Footer"/>
          <p:cNvSpPr>
            <a:spLocks noGrp="1"/>
          </p:cNvSpPr>
          <p:nvPr>
            <p:ph type="ftr" sz="quarter" idx="11"/>
          </p:nvPr>
        </p:nvSpPr>
        <p:spPr bwMode="auto"/>
        <p:txBody>
          <a:bodyPr/>
          <a:lstStyle/>
          <a:p>
            <a:pPr>
              <a:defRPr/>
            </a:pPr>
            <a:r>
              <a:rPr/>
              <a:t>CM | LD</a:t>
            </a:r>
            <a:endParaRPr/>
          </a:p>
        </p:txBody>
      </p:sp>
      <p:pic>
        <p:nvPicPr>
          <p:cNvPr id="2131476169" name=""/>
          <p:cNvPicPr>
            <a:picLocks noChangeAspect="1"/>
          </p:cNvPicPr>
          <p:nvPr/>
        </p:nvPicPr>
        <p:blipFill>
          <a:blip r:embed="rId3"/>
          <a:stretch/>
        </p:blipFill>
        <p:spPr bwMode="auto">
          <a:xfrm flipH="0" flipV="0">
            <a:off x="3024936" y="1895180"/>
            <a:ext cx="6142126" cy="4045669"/>
          </a:xfrm>
          <a:prstGeom prst="rect">
            <a:avLst/>
          </a:prstGeom>
        </p:spPr>
      </p:pic>
      <p:sp>
        <p:nvSpPr>
          <p:cNvPr id="628323398" name=""/>
          <p:cNvSpPr/>
          <p:nvPr/>
        </p:nvSpPr>
        <p:spPr bwMode="auto">
          <a:xfrm flipH="0" flipV="0">
            <a:off x="3211004" y="1773261"/>
            <a:ext cx="835669" cy="392782"/>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Serveur itératif vs concurrent (sockets)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Itératif : accept() puis traitement, un client à la fois</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Concurrent : un fils par client via fork()</a:t>
            </a:r>
            <a:endParaRPr/>
          </a:p>
          <a:p>
            <a:pPr marL="457200" indent="-342900" algn="l">
              <a:lnSpc>
                <a:spcPct val="100000"/>
              </a:lnSpc>
              <a:spcBef>
                <a:spcPts val="1000"/>
              </a:spcBef>
              <a:buFont typeface="Arial"/>
              <a:buChar char="•"/>
              <a:defRPr/>
            </a:pPr>
            <a:r>
              <a:rPr lang="fr-FR" sz="2200" b="0">
                <a:solidFill>
                  <a:schemeClr val="accent5">
                    <a:lumMod val="75000"/>
                  </a:schemeClr>
                </a:solidFill>
              </a:rPr>
              <a:t>Variante : threads (plus légers que fork)</a:t>
            </a:r>
            <a:endParaRPr/>
          </a:p>
          <a:p>
            <a:pPr marL="457200" indent="-342900" algn="l">
              <a:lnSpc>
                <a:spcPct val="100000"/>
              </a:lnSpc>
              <a:spcBef>
                <a:spcPts val="1000"/>
              </a:spcBef>
              <a:buFont typeface="Arial"/>
              <a:buChar char="•"/>
              <a:defRPr/>
            </a:pPr>
            <a:r>
              <a:rPr lang="fr-FR" sz="2200" b="0">
                <a:solidFill>
                  <a:schemeClr val="accent5">
                    <a:lumMod val="75000"/>
                  </a:schemeClr>
                </a:solidFill>
              </a:rPr>
              <a:t>Variante : un seul processus avec select() / epoll()</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Serveur </a:t>
            </a:r>
            <a:r>
              <a:rPr/>
              <a:t>itératif</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1944749106" name=""/>
          <p:cNvPicPr>
            <a:picLocks noChangeAspect="1"/>
          </p:cNvPicPr>
          <p:nvPr/>
        </p:nvPicPr>
        <p:blipFill>
          <a:blip r:embed="rId3"/>
          <a:stretch/>
        </p:blipFill>
        <p:spPr bwMode="auto">
          <a:xfrm flipH="0" flipV="0">
            <a:off x="3442727" y="2024633"/>
            <a:ext cx="5648186" cy="39653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7831745" name="Title"/>
          <p:cNvSpPr txBox="1">
            <a:spLocks noGrp="1"/>
          </p:cNvSpPr>
          <p:nvPr>
            <p:ph type="title"/>
          </p:nvPr>
        </p:nvSpPr>
        <p:spPr bwMode="auto">
          <a:prstGeom prst="rect">
            <a:avLst/>
          </a:prstGeom>
        </p:spPr>
        <p:txBody>
          <a:bodyPr>
            <a:normAutofit/>
          </a:bodyPr>
          <a:lstStyle/>
          <a:p>
            <a:pPr>
              <a:defRPr/>
            </a:pPr>
            <a:r>
              <a:rPr lang="fr-FR"/>
              <a:t>Serveur </a:t>
            </a:r>
            <a:r>
              <a:rPr/>
              <a:t>concurrent</a:t>
            </a:r>
            <a:endParaRPr/>
          </a:p>
        </p:txBody>
      </p:sp>
      <p:sp>
        <p:nvSpPr>
          <p:cNvPr id="1589332259" name="Slide Number"/>
          <p:cNvSpPr txBox="1">
            <a:spLocks noGrp="1"/>
          </p:cNvSpPr>
          <p:nvPr>
            <p:ph type="sldNum" sz="quarter" idx="12"/>
          </p:nvPr>
        </p:nvSpPr>
        <p:spPr bwMode="auto">
          <a:prstGeom prst="rect">
            <a:avLst/>
          </a:prstGeom>
        </p:spPr>
        <p:txBody>
          <a:bodyPr/>
          <a:lstStyle/>
          <a:p>
            <a:pPr>
              <a:defRPr/>
            </a:pPr>
            <a:fld id="{3920A020-4B55-B1DB-6646-00E5BA2764EC}" type="slidenum">
              <a:rPr/>
              <a:t/>
            </a:fld>
            <a:endParaRPr/>
          </a:p>
        </p:txBody>
      </p:sp>
      <p:sp>
        <p:nvSpPr>
          <p:cNvPr id="554839632" name="Date"/>
          <p:cNvSpPr>
            <a:spLocks noGrp="1"/>
          </p:cNvSpPr>
          <p:nvPr>
            <p:ph type="dt" sz="half" idx="10"/>
          </p:nvPr>
        </p:nvSpPr>
        <p:spPr bwMode="auto"/>
        <p:txBody>
          <a:bodyPr/>
          <a:lstStyle/>
          <a:p>
            <a:pPr>
              <a:defRPr/>
            </a:pPr>
            <a:fld id="{6350E645-179E-DA4A-44E0-B84CE9B89406}" type="datetime1">
              <a:rPr lang="fr-FR"/>
              <a:t/>
            </a:fld>
            <a:endParaRPr/>
          </a:p>
        </p:txBody>
      </p:sp>
      <p:sp>
        <p:nvSpPr>
          <p:cNvPr id="833725405" name="Footer"/>
          <p:cNvSpPr>
            <a:spLocks noGrp="1"/>
          </p:cNvSpPr>
          <p:nvPr>
            <p:ph type="ftr" sz="quarter" idx="11"/>
          </p:nvPr>
        </p:nvSpPr>
        <p:spPr bwMode="auto"/>
        <p:txBody>
          <a:bodyPr/>
          <a:lstStyle/>
          <a:p>
            <a:pPr>
              <a:defRPr/>
            </a:pPr>
            <a:r>
              <a:rPr/>
              <a:t>CM | LD</a:t>
            </a:r>
            <a:endParaRPr/>
          </a:p>
        </p:txBody>
      </p:sp>
      <p:pic>
        <p:nvPicPr>
          <p:cNvPr id="1301438767" name=""/>
          <p:cNvPicPr>
            <a:picLocks noChangeAspect="1"/>
          </p:cNvPicPr>
          <p:nvPr/>
        </p:nvPicPr>
        <p:blipFill>
          <a:blip r:embed="rId3"/>
          <a:stretch/>
        </p:blipFill>
        <p:spPr bwMode="auto">
          <a:xfrm flipH="0" flipV="0">
            <a:off x="3183661" y="1983556"/>
            <a:ext cx="5824677" cy="3711804"/>
          </a:xfrm>
          <a:prstGeom prst="rect">
            <a:avLst/>
          </a:prstGeom>
        </p:spPr>
      </p:pic>
      <p:sp>
        <p:nvSpPr>
          <p:cNvPr id="1801232533" name=""/>
          <p:cNvSpPr/>
          <p:nvPr/>
        </p:nvSpPr>
        <p:spPr bwMode="auto">
          <a:xfrm flipH="0" flipV="0">
            <a:off x="2769123" y="1773261"/>
            <a:ext cx="835669" cy="392782"/>
          </a:xfrm>
          <a:prstGeom prst="flowChartProcess">
            <a:avLst/>
          </a:prstGeom>
          <a:solidFill>
            <a:schemeClr val="bg1"/>
          </a:solidFill>
          <a:ln w="12700"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a:t>Opérations bloquantes / non bloquantes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
        <p:nvSpPr>
          <p:cNvPr id="153078586" name="Content"/>
          <p:cNvSpPr>
            <a:spLocks noGrp="1"/>
          </p:cNvSpPr>
          <p:nvPr/>
        </p:nvSpPr>
        <p:spPr bwMode="auto">
          <a:xfrm>
            <a:off x="838198" y="1825624"/>
            <a:ext cx="10515600" cy="4351338"/>
          </a:xfrm>
        </p:spPr>
        <p:txBody>
          <a:bodyPr vertOverflow="overflow" horzOverflow="overflow" vert="horz" wrap="square" lIns="91440" tIns="45720" rIns="91440" bIns="45720" numCol="1" spcCol="0" rtlCol="0" fromWordArt="0" anchor="t" anchorCtr="0" forceAA="0" upright="0" compatLnSpc="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Par défaut, les primitives connect(),</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accept(), send_to(), recv_from(),</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read(), write() sont bloquantes</a:t>
            </a:r>
            <a:endParaRPr lang="fr-FR" sz="16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recv() sur un tampon vide attendra l'arrivée des</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données pour rendre la main</a:t>
            </a:r>
            <a:endParaRPr lang="fr-FR" sz="16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send() sur un tampon plein attendra que les</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données quitte le tampon pour rendre la main</a:t>
            </a:r>
            <a:endParaRPr lang="fr-FR" sz="16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accept() ne rend la main qu'une fois une connexion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établie (bloque si pas de connexions pendantes)</a:t>
            </a:r>
            <a:endParaRPr lang="fr-FR" sz="16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connect() ne rend la main qu'une fois la connexion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cliente établie (sauf si pas entre listen() et</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accept())</a:t>
            </a:r>
            <a:endParaRPr lang="fr-FR" sz="1600" b="0" i="0" u="none" strike="noStrike" cap="none" spc="0">
              <a:solidFill>
                <a:schemeClr val="accent5">
                  <a:lumMod val="7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5953580" name="Title"/>
          <p:cNvSpPr txBox="1">
            <a:spLocks noGrp="1"/>
          </p:cNvSpPr>
          <p:nvPr>
            <p:ph type="title"/>
          </p:nvPr>
        </p:nvSpPr>
        <p:spPr bwMode="auto">
          <a:prstGeom prst="rect">
            <a:avLst/>
          </a:prstGeom>
        </p:spPr>
        <p:txBody>
          <a:bodyPr>
            <a:normAutofit/>
          </a:bodyPr>
          <a:lstStyle/>
          <a:p>
            <a:pPr>
              <a:defRPr/>
            </a:pPr>
            <a:r>
              <a:rPr/>
              <a:t>Opérations bloquantes / non bloquantes</a:t>
            </a:r>
            <a:endParaRPr/>
          </a:p>
        </p:txBody>
      </p:sp>
      <p:sp>
        <p:nvSpPr>
          <p:cNvPr id="1655325393" name="Slide Number"/>
          <p:cNvSpPr txBox="1">
            <a:spLocks noGrp="1"/>
          </p:cNvSpPr>
          <p:nvPr>
            <p:ph type="sldNum" sz="quarter" idx="12"/>
          </p:nvPr>
        </p:nvSpPr>
        <p:spPr bwMode="auto">
          <a:prstGeom prst="rect">
            <a:avLst/>
          </a:prstGeom>
        </p:spPr>
        <p:txBody>
          <a:bodyPr/>
          <a:lstStyle/>
          <a:p>
            <a:pPr>
              <a:defRPr/>
            </a:pPr>
            <a:fld id="{5C10CEAF-879B-C540-6617-B6F0E4706D0F}" type="slidenum">
              <a:rPr/>
              <a:t/>
            </a:fld>
            <a:endParaRPr/>
          </a:p>
        </p:txBody>
      </p:sp>
      <p:sp>
        <p:nvSpPr>
          <p:cNvPr id="680298461" name="Date"/>
          <p:cNvSpPr>
            <a:spLocks noGrp="1"/>
          </p:cNvSpPr>
          <p:nvPr>
            <p:ph type="dt" sz="half" idx="10"/>
          </p:nvPr>
        </p:nvSpPr>
        <p:spPr bwMode="auto"/>
        <p:txBody>
          <a:bodyPr/>
          <a:lstStyle/>
          <a:p>
            <a:pPr>
              <a:defRPr/>
            </a:pPr>
            <a:fld id="{32541E29-3480-7F8B-CEED-529FF88EEC8E}" type="datetime1">
              <a:rPr lang="fr-FR"/>
              <a:t/>
            </a:fld>
            <a:endParaRPr/>
          </a:p>
        </p:txBody>
      </p:sp>
      <p:sp>
        <p:nvSpPr>
          <p:cNvPr id="1228779450" name="Footer"/>
          <p:cNvSpPr>
            <a:spLocks noGrp="1"/>
          </p:cNvSpPr>
          <p:nvPr>
            <p:ph type="ftr" sz="quarter" idx="11"/>
          </p:nvPr>
        </p:nvSpPr>
        <p:spPr bwMode="auto"/>
        <p:txBody>
          <a:bodyPr/>
          <a:lstStyle/>
          <a:p>
            <a:pPr>
              <a:defRPr/>
            </a:pPr>
            <a:r>
              <a:rPr/>
              <a:t>CM | LD</a:t>
            </a:r>
            <a:endParaRPr/>
          </a:p>
        </p:txBody>
      </p:sp>
      <p:sp>
        <p:nvSpPr>
          <p:cNvPr id="661700969" name="Content"/>
          <p:cNvSpPr>
            <a:spLocks noGrp="1"/>
          </p:cNvSpPr>
          <p:nvPr/>
        </p:nvSpPr>
        <p:spPr bwMode="auto">
          <a:xfrm>
            <a:off x="838198" y="1825624"/>
            <a:ext cx="10515600" cy="4351338"/>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Il est possible de paramétrer la socket lors de sa</a:t>
            </a:r>
            <a:r>
              <a:rP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création pour rendre les opérations non bloquantes</a:t>
            </a:r>
            <a:endParaRPr lang="fr-FR" sz="2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Comportement d'une émission non bloquante</a:t>
            </a:r>
            <a:endParaRPr lang="fr-FR" sz="24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tout ce qui peut être écrit dans le tampon l'est, les</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caractères restants sont abandonnés (la primitive</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retourne le nombre de caractères écrits)</a:t>
            </a:r>
            <a:endParaRPr lang="fr-FR" sz="2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si aucun caractère ne peut être écrit (tampon plein),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retourne -1 avec errno=EWOULDBLOCK (l'application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doit réessayer plus tard)</a:t>
            </a:r>
            <a:endParaRPr lang="fr-FR" sz="2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Comportement d'une lecture non bloquante</a:t>
            </a:r>
            <a:endParaRPr lang="fr-FR" sz="2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300" b="0" i="0" u="none" strike="noStrike" cap="none" spc="0">
                <a:solidFill>
                  <a:schemeClr val="accent5">
                    <a:lumMod val="75000"/>
                  </a:schemeClr>
                </a:solidFill>
                <a:latin typeface="Arial"/>
                <a:ea typeface="Arial"/>
                <a:cs typeface="Arial"/>
              </a:rPr>
              <a:t>s'il n'y a rien à lire dans la socket, retourne -1 ...</a:t>
            </a:r>
            <a:r>
              <a:rPr lang="fr-FR" sz="2300" b="0" i="0" u="none" strike="noStrike" cap="none" spc="0">
                <a:solidFill>
                  <a:schemeClr val="accent5">
                    <a:lumMod val="75000"/>
                  </a:schemeClr>
                </a:solidFill>
                <a:latin typeface="Arial"/>
                <a:ea typeface="Arial"/>
                <a:cs typeface="Arial"/>
              </a:rPr>
              <a:t> </a:t>
            </a:r>
            <a:r>
              <a:rPr lang="fr-FR" sz="2300" b="0" i="0" u="none" strike="noStrike" cap="none" spc="0">
                <a:solidFill>
                  <a:schemeClr val="accent5">
                    <a:lumMod val="75000"/>
                  </a:schemeClr>
                </a:solidFill>
                <a:latin typeface="Arial"/>
                <a:ea typeface="Arial"/>
                <a:cs typeface="Arial"/>
              </a:rPr>
              <a:t>(l'application doit réessayer plus t</a:t>
            </a:r>
            <a:r>
              <a:rPr lang="fr-FR" sz="2300" b="0" i="0" u="none" strike="noStrike" cap="none" spc="0">
                <a:solidFill>
                  <a:schemeClr val="accent5">
                    <a:lumMod val="75000"/>
                  </a:schemeClr>
                </a:solidFill>
                <a:latin typeface="Arial"/>
                <a:ea typeface="Arial"/>
                <a:cs typeface="Arial"/>
              </a:rPr>
              <a:t>ard</a:t>
            </a:r>
            <a:endParaRPr lang="fr-FR" sz="2400" b="0" i="0" u="none" strike="noStrike" cap="none" spc="0">
              <a:solidFill>
                <a:schemeClr val="accent5">
                  <a:lumMod val="7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 scrutation (select / poll / epoll)</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Surveiller plusieurs sockets dans un seul processus</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Réveil dès qu'une socket est prête (lecture/écriture)</a:t>
            </a:r>
            <a:endParaRPr/>
          </a:p>
          <a:p>
            <a:pPr marL="457200" indent="-342900" algn="l">
              <a:lnSpc>
                <a:spcPct val="100000"/>
              </a:lnSpc>
              <a:spcBef>
                <a:spcPts val="1000"/>
              </a:spcBef>
              <a:buFont typeface="Arial"/>
              <a:buChar char="•"/>
              <a:defRPr/>
            </a:pPr>
            <a:r>
              <a:rPr lang="fr-FR" sz="2200" b="0">
                <a:solidFill>
                  <a:schemeClr val="accent5">
                    <a:lumMod val="75000"/>
                  </a:schemeClr>
                </a:solidFill>
              </a:rPr>
              <a:t>Évite le coût d'un processus/thread par client</a:t>
            </a:r>
            <a:endParaRPr/>
          </a:p>
          <a:p>
            <a:pPr marL="457200" indent="-342900" algn="l">
              <a:lnSpc>
                <a:spcPct val="100000"/>
              </a:lnSpc>
              <a:spcBef>
                <a:spcPts val="1000"/>
              </a:spcBef>
              <a:buFont typeface="Arial"/>
              <a:buChar char="•"/>
              <a:defRPr/>
            </a:pPr>
            <a:r>
              <a:rPr lang="fr-FR" sz="2200" b="0">
                <a:solidFill>
                  <a:schemeClr val="accent5">
                    <a:lumMod val="75000"/>
                  </a:schemeClr>
                </a:solidFill>
              </a:rPr>
              <a:t>epoll / kqueue : passage à l'échelle (milliers de connexions)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Paramétrage des sockets</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setsockopt()</a:t>
            </a:r>
            <a:r>
              <a:rPr sz="2200" b="0">
                <a:solidFill>
                  <a:schemeClr val="accent5">
                    <a:lumMod val="75000"/>
                  </a:schemeClr>
                </a:solidFill>
              </a:rPr>
              <a:t> et </a:t>
            </a:r>
            <a:r>
              <a:rPr sz="2200" b="0" i="0" u="none" strike="noStrike" cap="none" spc="0">
                <a:solidFill>
                  <a:schemeClr val="accent5">
                    <a:lumMod val="75000"/>
                  </a:schemeClr>
                </a:solidFill>
                <a:latin typeface="Arial"/>
                <a:ea typeface="Arial"/>
                <a:cs typeface="Arial"/>
              </a:rPr>
              <a:t>g</a:t>
            </a:r>
            <a:r>
              <a:rPr lang="fr-FR" sz="2200" b="0" i="0" u="none" strike="noStrike" cap="none" spc="0">
                <a:solidFill>
                  <a:schemeClr val="accent5">
                    <a:lumMod val="75000"/>
                  </a:schemeClr>
                </a:solidFill>
                <a:latin typeface="+mn-lt"/>
                <a:ea typeface="+mn-ea"/>
                <a:cs typeface="+mn-cs"/>
              </a:rPr>
              <a:t>etsockopt()</a:t>
            </a:r>
            <a:r>
              <a:rPr lang="fr-FR" sz="2200" b="0">
                <a:solidFill>
                  <a:schemeClr val="accent5">
                    <a:lumMod val="75000"/>
                  </a:schemeClr>
                </a:solidFill>
              </a:rPr>
              <a:t> : options de la socket</a:t>
            </a:r>
            <a:endParaRPr lang="fr-FR" sz="2200" b="0">
              <a:solidFill>
                <a:schemeClr val="accent5">
                  <a:lumMod val="75000"/>
                </a:schemeClr>
              </a:solidFill>
            </a:endParaRPr>
          </a:p>
          <a:p>
            <a:pPr marL="857250" marR="0" lvl="2"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régler ou lire les options d'une </a:t>
            </a:r>
            <a:r>
              <a:rPr lang="fr-FR" sz="1800" b="0" i="0" u="none" strike="noStrike" cap="none" spc="0">
                <a:solidFill>
                  <a:schemeClr val="accent5">
                    <a:lumMod val="75000"/>
                  </a:schemeClr>
                </a:solidFill>
                <a:latin typeface="Arial"/>
                <a:ea typeface="Arial"/>
                <a:cs typeface="Arial"/>
              </a:rPr>
              <a:t>socket, pour ajuster son comportement </a:t>
            </a:r>
            <a:r>
              <a:rPr lang="fr-FR" sz="1800" b="0" i="0" u="none" strike="noStrike" cap="none" spc="0">
                <a:solidFill>
                  <a:schemeClr val="accent5">
                    <a:lumMod val="75000"/>
                  </a:schemeClr>
                </a:solidFill>
                <a:latin typeface="Arial"/>
                <a:ea typeface="Arial"/>
                <a:cs typeface="Arial"/>
              </a:rPr>
              <a:t>au-delà des valeurs par défaut</a:t>
            </a:r>
            <a:endParaRPr/>
          </a:p>
          <a:p>
            <a:pPr marL="457200" indent="-342900" algn="l">
              <a:lnSpc>
                <a:spcPct val="100000"/>
              </a:lnSpc>
              <a:spcBef>
                <a:spcPts val="1000"/>
              </a:spcBef>
              <a:buFont typeface="Arial"/>
              <a:buChar char="•"/>
              <a:defRPr/>
            </a:pPr>
            <a:r>
              <a:rPr lang="fr-FR" sz="2200" b="0">
                <a:solidFill>
                  <a:schemeClr val="accent5">
                    <a:lumMod val="75000"/>
                  </a:schemeClr>
                </a:solidFill>
              </a:rPr>
              <a:t>SO_REUSEADDR, délais d'attente (timeouts), keep-alive</a:t>
            </a:r>
            <a:endParaRPr lang="fr-F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Sert à relancer un serveur aussitôt après son arrêt, sans l'erreur « Address already in use »</a:t>
            </a:r>
            <a:endParaRPr lang="fr-FR" sz="18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Keep- alive :</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Sert à détecter une connexion morte : sur une liaison TCP inactive, le noyau envoie des sondes ; si le pair a disparu (crash, câble débranché), la connexion est fermée et les ressources libérées</a:t>
            </a:r>
            <a:endParaRPr lang="fr-FR"/>
          </a:p>
          <a:p>
            <a:pPr marL="457200" indent="-342900" algn="l">
              <a:lnSpc>
                <a:spcPct val="100000"/>
              </a:lnSpc>
              <a:spcBef>
                <a:spcPts val="1000"/>
              </a:spcBef>
              <a:buFont typeface="Arial"/>
              <a:buChar char="•"/>
              <a:defRPr/>
            </a:pPr>
            <a:r>
              <a:rPr lang="fr-FR" sz="2200" b="0">
                <a:solidFill>
                  <a:schemeClr val="accent5">
                    <a:lumMod val="75000"/>
                  </a:schemeClr>
                </a:solidFill>
              </a:rPr>
              <a:t>Mode non bloquant (O_NONBLOCK)</a:t>
            </a:r>
            <a:endParaRPr lang="fr-F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Se</a:t>
            </a:r>
            <a:r>
              <a:rPr sz="1800" b="0" i="0" u="none" strike="noStrike" cap="none" spc="0">
                <a:solidFill>
                  <a:schemeClr val="accent5">
                    <a:lumMod val="75000"/>
                  </a:schemeClr>
                </a:solidFill>
                <a:latin typeface="Arial"/>
                <a:ea typeface="Arial"/>
                <a:cs typeface="Arial"/>
              </a:rPr>
              <a:t>rt à ce que </a:t>
            </a:r>
            <a:r>
              <a:rPr sz="1800" b="0" i="0" u="none" strike="noStrike" cap="none" spc="0">
                <a:solidFill>
                  <a:schemeClr val="accent5">
                    <a:lumMod val="75000"/>
                  </a:schemeClr>
                </a:solidFill>
                <a:latin typeface="Arial"/>
                <a:ea typeface="Arial"/>
                <a:cs typeface="Arial"/>
              </a:rPr>
              <a:t>accept</a:t>
            </a:r>
            <a:r>
              <a:rPr sz="1800" b="0" i="0" u="none" strike="noStrike" cap="none" spc="0">
                <a:solidFill>
                  <a:schemeClr val="accent5">
                    <a:lumMod val="75000"/>
                  </a:schemeClr>
                </a:solidFill>
                <a:latin typeface="Arial"/>
                <a:ea typeface="Arial"/>
                <a:cs typeface="Arial"/>
              </a:rPr>
              <a:t>/</a:t>
            </a:r>
            <a:r>
              <a:rPr sz="1800" b="0" i="0" u="none" strike="noStrike" cap="none" spc="0">
                <a:solidFill>
                  <a:schemeClr val="accent5">
                    <a:lumMod val="75000"/>
                  </a:schemeClr>
                </a:solidFill>
                <a:latin typeface="Arial"/>
                <a:ea typeface="Arial"/>
                <a:cs typeface="Arial"/>
              </a:rPr>
              <a:t>recv</a:t>
            </a:r>
            <a:r>
              <a:rPr sz="1800" b="0" i="0" u="none" strike="noStrike" cap="none" spc="0">
                <a:solidFill>
                  <a:schemeClr val="accent5">
                    <a:lumMod val="75000"/>
                  </a:schemeClr>
                </a:solidFill>
                <a:latin typeface="Arial"/>
                <a:ea typeface="Arial"/>
                <a:cs typeface="Arial"/>
              </a:rPr>
              <a:t>/</a:t>
            </a:r>
            <a:r>
              <a:rPr sz="1800" b="0" i="0" u="none" strike="noStrike" cap="none" spc="0">
                <a:solidFill>
                  <a:schemeClr val="accent5">
                    <a:lumMod val="75000"/>
                  </a:schemeClr>
                </a:solidFill>
                <a:latin typeface="Arial"/>
                <a:ea typeface="Arial"/>
                <a:cs typeface="Arial"/>
              </a:rPr>
              <a:t>send</a:t>
            </a:r>
            <a:r>
              <a:rPr sz="1800" b="0" i="0" u="none" strike="noStrike" cap="none" spc="0">
                <a:solidFill>
                  <a:schemeClr val="accent5">
                    <a:lumMod val="75000"/>
                  </a:schemeClr>
                </a:solidFill>
                <a:latin typeface="Arial"/>
                <a:ea typeface="Arial"/>
                <a:cs typeface="Arial"/>
              </a:rPr>
              <a:t>/</a:t>
            </a:r>
            <a:r>
              <a:rPr sz="1800" b="0" i="0" u="none" strike="noStrike" cap="none" spc="0">
                <a:solidFill>
                  <a:schemeClr val="accent5">
                    <a:lumMod val="75000"/>
                  </a:schemeClr>
                </a:solidFill>
                <a:latin typeface="Arial"/>
                <a:ea typeface="Arial"/>
                <a:cs typeface="Arial"/>
              </a:rPr>
              <a:t>connect</a:t>
            </a:r>
            <a:r>
              <a:rPr sz="1800" b="0" i="0" u="none" strike="noStrike" cap="none" spc="0">
                <a:solidFill>
                  <a:schemeClr val="accent5">
                    <a:lumMod val="75000"/>
                  </a:schemeClr>
                </a:solidFill>
                <a:latin typeface="Arial"/>
                <a:ea typeface="Arial"/>
                <a:cs typeface="Arial"/>
              </a:rPr>
              <a:t> rendent la main tout de suite au lieu de bloquer</a:t>
            </a:r>
            <a:endParaRPr sz="18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Tailles des tampons d'émission/réception</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Serveurs multi-protocoles et multi-services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serveurs multi-protocoles</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Offrir le même service en TCP et en UDP</a:t>
            </a:r>
            <a:endParaRPr/>
          </a:p>
          <a:p>
            <a:pPr marL="457200" indent="-342900" algn="l">
              <a:lnSpc>
                <a:spcPct val="100000"/>
              </a:lnSpc>
              <a:spcBef>
                <a:spcPts val="1000"/>
              </a:spcBef>
              <a:buFont typeface="Arial"/>
              <a:buChar char="•"/>
              <a:defRPr/>
            </a:pPr>
            <a:r>
              <a:rPr lang="fr-FR" sz="2200" b="0">
                <a:solidFill>
                  <a:schemeClr val="accent5">
                    <a:lumMod val="75000"/>
                  </a:schemeClr>
                </a:solidFill>
              </a:rPr>
              <a:t>Une socket par protocole, surveillées par select()</a:t>
            </a:r>
            <a:endParaRPr/>
          </a:p>
          <a:p>
            <a:pPr marL="457200" indent="-342900" algn="l">
              <a:lnSpc>
                <a:spcPct val="100000"/>
              </a:lnSpc>
              <a:spcBef>
                <a:spcPts val="1000"/>
              </a:spcBef>
              <a:buFont typeface="Arial"/>
              <a:buChar char="•"/>
              <a:defRPr/>
            </a:pPr>
            <a:r>
              <a:rPr lang="fr-FR" sz="2200" b="0">
                <a:solidFill>
                  <a:schemeClr val="accent5">
                    <a:lumMod val="75000"/>
                  </a:schemeClr>
                </a:solidFill>
              </a:rPr>
              <a:t>Choix du transport selon le besoin (fiabilité vs latence)</a:t>
            </a:r>
            <a:endParaRPr lang="fr-F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certains systèmes ferment tout accès à UDP pour des</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raisons de sécurité (pare-feu)</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non duplication des ressources associées au service</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(corps du serveur)</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Exemple : DNS (UDP par défaut, TCP pour les grandes réponses)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6244567" name="Title"/>
          <p:cNvSpPr txBox="1">
            <a:spLocks noGrp="1"/>
          </p:cNvSpPr>
          <p:nvPr>
            <p:ph type="title"/>
          </p:nvPr>
        </p:nvSpPr>
        <p:spPr bwMode="auto">
          <a:prstGeom prst="rect">
            <a:avLst/>
          </a:prstGeom>
        </p:spPr>
        <p:txBody>
          <a:bodyPr>
            <a:normAutofit/>
          </a:bodyPr>
          <a:lstStyle/>
          <a:p>
            <a:pPr>
              <a:defRPr/>
            </a:pPr>
            <a:r>
              <a:rPr lang="fr-FR"/>
              <a:t>Les serveurs multi-protocoles</a:t>
            </a:r>
            <a:endParaRPr/>
          </a:p>
        </p:txBody>
      </p:sp>
      <p:sp>
        <p:nvSpPr>
          <p:cNvPr id="48169494" name="Content"/>
          <p:cNvSpPr>
            <a:spLocks noGrp="1"/>
          </p:cNvSpPr>
          <p:nvPr>
            <p:ph idx="1"/>
          </p:nvPr>
        </p:nvSpPr>
        <p:spPr bwMode="auto"/>
        <p:txBody>
          <a:bodyPr>
            <a:normAutofit/>
          </a:bodyPr>
          <a:lstStyle/>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U</a:t>
            </a:r>
            <a:r>
              <a:rPr lang="fr-FR" sz="2200" b="0" i="0" u="none" strike="noStrike" cap="none" spc="0">
                <a:solidFill>
                  <a:schemeClr val="accent5">
                    <a:lumMod val="75000"/>
                  </a:schemeClr>
                </a:solidFill>
                <a:latin typeface="Arial"/>
                <a:ea typeface="Arial"/>
                <a:cs typeface="Arial"/>
              </a:rPr>
              <a:t>n seul processus utilisant des opérations non</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bloquantes de manière à gérer les communications à</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la fois en mode connecté et en mode non-connecté</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D</a:t>
            </a:r>
            <a:r>
              <a:rPr lang="fr-FR" sz="2200" b="0" i="0" u="none" strike="noStrike" cap="none" spc="0">
                <a:solidFill>
                  <a:schemeClr val="accent5">
                    <a:lumMod val="75000"/>
                  </a:schemeClr>
                </a:solidFill>
                <a:latin typeface="Arial"/>
                <a:ea typeface="Arial"/>
                <a:cs typeface="Arial"/>
              </a:rPr>
              <a:t>eux implémentations possibles :</a:t>
            </a:r>
            <a:endParaRPr lang="fr-FR" sz="22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E</a:t>
            </a:r>
            <a:r>
              <a:rPr lang="fr-FR" sz="1800" b="0" i="0" u="none" strike="noStrike" cap="none" spc="0">
                <a:solidFill>
                  <a:schemeClr val="accent5">
                    <a:lumMod val="75000"/>
                  </a:schemeClr>
                </a:solidFill>
                <a:latin typeface="Arial"/>
                <a:ea typeface="Arial"/>
                <a:cs typeface="Arial"/>
              </a:rPr>
              <a:t>n mode itératif</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E</a:t>
            </a:r>
            <a:r>
              <a:rPr lang="fr-FR" sz="1800" b="0" i="0" u="none" strike="noStrike" cap="none" spc="0">
                <a:solidFill>
                  <a:schemeClr val="accent5">
                    <a:lumMod val="75000"/>
                  </a:schemeClr>
                </a:solidFill>
                <a:latin typeface="Arial"/>
                <a:ea typeface="Arial"/>
                <a:cs typeface="Arial"/>
              </a:rPr>
              <a:t>n mode concurrent</a:t>
            </a:r>
            <a:endParaRPr/>
          </a:p>
        </p:txBody>
      </p:sp>
      <p:sp>
        <p:nvSpPr>
          <p:cNvPr id="200421557" name="Slide Number"/>
          <p:cNvSpPr txBox="1">
            <a:spLocks noGrp="1"/>
          </p:cNvSpPr>
          <p:nvPr>
            <p:ph type="sldNum" sz="quarter" idx="2"/>
          </p:nvPr>
        </p:nvSpPr>
        <p:spPr bwMode="auto">
          <a:prstGeom prst="rect">
            <a:avLst/>
          </a:prstGeom>
        </p:spPr>
        <p:txBody>
          <a:bodyPr/>
          <a:lstStyle/>
          <a:p>
            <a:pPr>
              <a:defRPr/>
            </a:pPr>
            <a:fld id="{A6480C30-C9B8-9447-103A-611C1D30E8D8}" type="slidenum">
              <a:rPr/>
              <a:t/>
            </a:fld>
            <a:endParaRPr/>
          </a:p>
        </p:txBody>
      </p:sp>
      <p:sp>
        <p:nvSpPr>
          <p:cNvPr id="1443052562" name="Date"/>
          <p:cNvSpPr>
            <a:spLocks noGrp="1"/>
          </p:cNvSpPr>
          <p:nvPr>
            <p:ph type="dt" sz="half" idx="10"/>
          </p:nvPr>
        </p:nvSpPr>
        <p:spPr bwMode="auto"/>
        <p:txBody>
          <a:bodyPr/>
          <a:lstStyle/>
          <a:p>
            <a:pPr>
              <a:defRPr/>
            </a:pPr>
            <a:fld id="{A65F3D8D-F9D6-16FC-17B7-DB8BEDE3B87B}" type="datetime1">
              <a:rPr lang="fr-FR"/>
              <a:t/>
            </a:fld>
            <a:endParaRPr/>
          </a:p>
        </p:txBody>
      </p:sp>
      <p:sp>
        <p:nvSpPr>
          <p:cNvPr id="1521814548"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524362" name="Title"/>
          <p:cNvSpPr txBox="1">
            <a:spLocks noGrp="1"/>
          </p:cNvSpPr>
          <p:nvPr>
            <p:ph type="title"/>
          </p:nvPr>
        </p:nvSpPr>
        <p:spPr bwMode="auto">
          <a:prstGeom prst="rect">
            <a:avLst/>
          </a:prstGeom>
        </p:spPr>
        <p:txBody>
          <a:bodyPr>
            <a:normAutofit/>
          </a:bodyPr>
          <a:lstStyle/>
          <a:p>
            <a:pPr>
              <a:defRPr/>
            </a:pPr>
            <a:r>
              <a:rPr lang="fr-FR"/>
              <a:t>Les serveurs multi-protocoles</a:t>
            </a:r>
            <a:r>
              <a:rPr/>
              <a:t> – mode itératif</a:t>
            </a:r>
            <a:endParaRPr/>
          </a:p>
        </p:txBody>
      </p:sp>
      <p:sp>
        <p:nvSpPr>
          <p:cNvPr id="1360204010"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5000" lnSpcReduction="3000"/>
          </a:bodyPr>
          <a:lstStyle/>
          <a:p>
            <a:pPr marL="457200" marR="0" indent="-342900" algn="l">
              <a:lnSpc>
                <a:spcPct val="100000"/>
              </a:lnSpc>
              <a:spcBef>
                <a:spcPts val="999"/>
              </a:spcBef>
              <a:spcAft>
                <a:spcPts val="0"/>
              </a:spcAft>
              <a:buFont typeface="Arial"/>
              <a:buChar char="•"/>
              <a:defRPr/>
            </a:pPr>
            <a:r>
              <a:rPr sz="2400" b="0" i="0" u="none" strike="noStrike" cap="none" spc="0">
                <a:solidFill>
                  <a:schemeClr val="accent5">
                    <a:lumMod val="75000"/>
                  </a:schemeClr>
                </a:solidFill>
                <a:latin typeface="Arial"/>
                <a:ea typeface="Arial"/>
                <a:cs typeface="Arial"/>
              </a:rPr>
              <a:t>Le</a:t>
            </a:r>
            <a:r>
              <a:rPr lang="fr-FR" sz="2400" b="0" i="0" u="none" strike="noStrike" cap="none" spc="0">
                <a:solidFill>
                  <a:schemeClr val="accent5">
                    <a:lumMod val="75000"/>
                  </a:schemeClr>
                </a:solidFill>
                <a:latin typeface="Arial"/>
                <a:ea typeface="Arial"/>
                <a:cs typeface="Arial"/>
              </a:rPr>
              <a:t> serveur ouvre la socket UDP et la socket TCP puis</a:t>
            </a:r>
            <a:r>
              <a:rP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boucle sur des appels non bloquants à accept() et</a:t>
            </a:r>
            <a:r>
              <a:rP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recv_from() sur chacune des sockets</a:t>
            </a:r>
            <a:endParaRPr lang="fr-FR" sz="1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si une requête TCP arrive</a:t>
            </a:r>
            <a:endParaRPr lang="fr-FR" sz="1200" b="0" i="0" u="none" strike="noStrike" cap="none" spc="0">
              <a:solidFill>
                <a:schemeClr val="accent5">
                  <a:lumMod val="75000"/>
                </a:schemeClr>
              </a:solidFill>
              <a:latin typeface="Arial"/>
              <a:cs typeface="Arial"/>
            </a:endParaRPr>
          </a:p>
          <a:p>
            <a:pPr marL="1257299" marR="0" lvl="2"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le serveur utilise accept() provoquant la création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d'une nouvelle socket servant la communication avec</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le client</a:t>
            </a:r>
            <a:endParaRPr lang="fr-FR" sz="1200" b="0" i="0" u="none" strike="noStrike" cap="none" spc="0">
              <a:solidFill>
                <a:schemeClr val="accent5">
                  <a:lumMod val="75000"/>
                </a:schemeClr>
              </a:solidFill>
              <a:latin typeface="Arial"/>
              <a:cs typeface="Arial"/>
            </a:endParaRPr>
          </a:p>
          <a:p>
            <a:pPr marL="1257299" marR="0" lvl="2"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lorsque la communication avec le client est terminée,</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le serveur ferme la socket "cliente" et réitère son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attente sur les deux sockets initiales</a:t>
            </a:r>
            <a:endParaRPr lang="fr-FR" sz="1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si une requête UDP arrive</a:t>
            </a:r>
            <a:endParaRPr lang="fr-FR" sz="1200" b="0" i="0" u="none" strike="noStrike" cap="none" spc="0">
              <a:solidFill>
                <a:schemeClr val="accent5">
                  <a:lumMod val="75000"/>
                </a:schemeClr>
              </a:solidFill>
              <a:latin typeface="Arial"/>
              <a:cs typeface="Arial"/>
            </a:endParaRPr>
          </a:p>
          <a:p>
            <a:pPr marL="1257299" marR="0" lvl="2"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le serveur reçoit et émet des messages avec le client</a:t>
            </a:r>
            <a:r>
              <a:rPr sz="2400" b="0" i="0" u="none" strike="noStrike" cap="none" spc="0">
                <a:solidFill>
                  <a:schemeClr val="accent5">
                    <a:lumMod val="75000"/>
                  </a:schemeClr>
                </a:solidFill>
                <a:latin typeface="Arial"/>
                <a:ea typeface="Arial"/>
                <a:cs typeface="Arial"/>
              </a:rPr>
              <a:t> (pas de nouvelle socket)</a:t>
            </a:r>
            <a:endParaRPr lang="fr-FR" sz="1200" b="0" i="0" u="none" strike="noStrike" cap="none" spc="0">
              <a:solidFill>
                <a:schemeClr val="accent5">
                  <a:lumMod val="75000"/>
                </a:schemeClr>
              </a:solidFill>
              <a:latin typeface="Arial"/>
              <a:cs typeface="Arial"/>
            </a:endParaRPr>
          </a:p>
          <a:p>
            <a:pPr marL="1257299" marR="0" lvl="2"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lorsque les échanges sont terminés, le serveur réitère</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son attente sur les deux sockets initiales</a:t>
            </a:r>
            <a:endParaRPr lang="fr-FR" sz="1200" b="0" i="0" u="none" strike="noStrike" cap="none" spc="0">
              <a:solidFill>
                <a:schemeClr val="accent5">
                  <a:lumMod val="75000"/>
                </a:schemeClr>
              </a:solidFill>
              <a:latin typeface="Arial"/>
              <a:cs typeface="Arial"/>
            </a:endParaRPr>
          </a:p>
        </p:txBody>
      </p:sp>
      <p:sp>
        <p:nvSpPr>
          <p:cNvPr id="960899321" name="Slide Number"/>
          <p:cNvSpPr txBox="1">
            <a:spLocks noGrp="1"/>
          </p:cNvSpPr>
          <p:nvPr>
            <p:ph type="sldNum" sz="quarter" idx="2"/>
          </p:nvPr>
        </p:nvSpPr>
        <p:spPr bwMode="auto">
          <a:prstGeom prst="rect">
            <a:avLst/>
          </a:prstGeom>
        </p:spPr>
        <p:txBody>
          <a:bodyPr/>
          <a:lstStyle/>
          <a:p>
            <a:pPr>
              <a:defRPr/>
            </a:pPr>
            <a:fld id="{151CC953-B472-FDDE-D005-FC8DBF9F49C3}" type="slidenum">
              <a:rPr/>
              <a:t/>
            </a:fld>
            <a:endParaRPr/>
          </a:p>
        </p:txBody>
      </p:sp>
      <p:sp>
        <p:nvSpPr>
          <p:cNvPr id="1980902525" name="Date"/>
          <p:cNvSpPr>
            <a:spLocks noGrp="1"/>
          </p:cNvSpPr>
          <p:nvPr>
            <p:ph type="dt" sz="half" idx="10"/>
          </p:nvPr>
        </p:nvSpPr>
        <p:spPr bwMode="auto"/>
        <p:txBody>
          <a:bodyPr/>
          <a:lstStyle/>
          <a:p>
            <a:pPr>
              <a:defRPr/>
            </a:pPr>
            <a:fld id="{ECE15BCA-4813-D1F2-ECB6-1E19F0892DE0}" type="datetime1">
              <a:rPr lang="fr-FR"/>
              <a:t/>
            </a:fld>
            <a:endParaRPr/>
          </a:p>
        </p:txBody>
      </p:sp>
      <p:sp>
        <p:nvSpPr>
          <p:cNvPr id="572915578"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0461738" name="Title"/>
          <p:cNvSpPr txBox="1">
            <a:spLocks noGrp="1"/>
          </p:cNvSpPr>
          <p:nvPr>
            <p:ph type="title"/>
          </p:nvPr>
        </p:nvSpPr>
        <p:spPr bwMode="auto">
          <a:prstGeom prst="rect">
            <a:avLst/>
          </a:prstGeom>
        </p:spPr>
        <p:txBody>
          <a:bodyPr>
            <a:normAutofit/>
          </a:bodyPr>
          <a:lstStyle/>
          <a:p>
            <a:pPr>
              <a:defRPr/>
            </a:pPr>
            <a:r>
              <a:rPr lang="fr-FR"/>
              <a:t>Les serveurs multi-protocoles</a:t>
            </a:r>
            <a:r>
              <a:rPr/>
              <a:t> – mode concurrent</a:t>
            </a:r>
            <a:endParaRPr/>
          </a:p>
        </p:txBody>
      </p:sp>
      <p:sp>
        <p:nvSpPr>
          <p:cNvPr id="2140058478"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75000" lnSpcReduction="5000"/>
          </a:bodyPr>
          <a:lstStyle/>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U</a:t>
            </a:r>
            <a:r>
              <a:rPr lang="fr-FR" sz="2200" b="0" i="0" u="none" strike="noStrike" cap="none" spc="0">
                <a:solidFill>
                  <a:schemeClr val="accent5">
                    <a:lumMod val="75000"/>
                  </a:schemeClr>
                </a:solidFill>
                <a:latin typeface="Arial"/>
                <a:ea typeface="Arial"/>
                <a:cs typeface="Arial"/>
              </a:rPr>
              <a:t>n automate gère l'arrivée des requêtes (primitives</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non bloquantes)</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C</a:t>
            </a:r>
            <a:r>
              <a:rPr lang="fr-FR" sz="2200" b="0" i="0" u="none" strike="noStrike" cap="none" spc="0">
                <a:solidFill>
                  <a:schemeClr val="accent5">
                    <a:lumMod val="75000"/>
                  </a:schemeClr>
                </a:solidFill>
                <a:latin typeface="Arial"/>
                <a:ea typeface="Arial"/>
                <a:cs typeface="Arial"/>
              </a:rPr>
              <a:t>réation d'un nouveau processus fils pour toute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nouvelle connexion TCP</a:t>
            </a:r>
            <a:endParaRPr lang="fr-FR" sz="22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T</a:t>
            </a:r>
            <a:r>
              <a:rPr lang="fr-FR" sz="2200" b="0" i="0" u="none" strike="noStrike" cap="none" spc="0">
                <a:solidFill>
                  <a:schemeClr val="accent5">
                    <a:lumMod val="75000"/>
                  </a:schemeClr>
                </a:solidFill>
                <a:latin typeface="Arial"/>
                <a:ea typeface="Arial"/>
                <a:cs typeface="Arial"/>
              </a:rPr>
              <a:t>raitement de manière itérative des requêtes UDP</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elles sont traitées en priorité</a:t>
            </a:r>
            <a:endParaRPr lang="fr-F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pendant ce temps, les demandes de connexion</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sont mises en attente</a:t>
            </a:r>
            <a:endParaRPr lang="fr-FR" sz="22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endParaRPr lang="fr-FR" sz="2200" b="0" i="0" u="none" strike="noStrike" cap="none" spc="0">
              <a:solidFill>
                <a:schemeClr val="accent5">
                  <a:lumMod val="75000"/>
                </a:schemeClr>
              </a:solidFill>
              <a:latin typeface="Arial"/>
              <a:cs typeface="Arial"/>
            </a:endParaRPr>
          </a:p>
          <a:p>
            <a:pPr marL="457200"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Pour UDP</a:t>
            </a:r>
            <a:endParaRPr sz="26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Pas de changement de traitement concurrent ou itératif (juste de possible compétition avec TCP)</a:t>
            </a:r>
            <a:endParaRPr sz="2200" b="0" i="0" u="none" strike="noStrike" cap="none" spc="0">
              <a:solidFill>
                <a:schemeClr val="accent5">
                  <a:lumMod val="75000"/>
                </a:schemeClr>
              </a:solidFill>
              <a:latin typeface="Arial"/>
              <a:ea typeface="Arial"/>
              <a:cs typeface="Arial"/>
            </a:endParaRPr>
          </a:p>
          <a:p>
            <a:pPr marL="457199"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Pour TCP</a:t>
            </a:r>
            <a:endParaRPr sz="2600" b="0" i="0" u="none" strike="noStrike" cap="none" spc="0">
              <a:solidFill>
                <a:schemeClr val="accent5">
                  <a:lumMod val="75000"/>
                </a:schemeClr>
              </a:solidFill>
              <a:latin typeface="Arial"/>
              <a:ea typeface="Arial"/>
              <a:cs typeface="Arial"/>
            </a:endParaRPr>
          </a:p>
          <a:p>
            <a:pPr marL="857249"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Itératif : gérer les requêtes une à une</a:t>
            </a:r>
            <a:endParaRPr sz="2200" b="0" i="0" u="none" strike="noStrike" cap="none" spc="0">
              <a:solidFill>
                <a:schemeClr val="accent5">
                  <a:lumMod val="75000"/>
                </a:schemeClr>
              </a:solidFill>
              <a:latin typeface="Arial"/>
              <a:ea typeface="Arial"/>
              <a:cs typeface="Arial"/>
            </a:endParaRPr>
          </a:p>
          <a:p>
            <a:pPr marL="857249"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Concurrent : Le processus père crée des processus fils (et donc parallèlise)</a:t>
            </a:r>
            <a:endParaRPr lang="fr-FR" sz="2200" b="0" i="0" u="none" strike="noStrike" cap="none" spc="0">
              <a:solidFill>
                <a:schemeClr val="accent5">
                  <a:lumMod val="75000"/>
                </a:schemeClr>
              </a:solidFill>
              <a:latin typeface="Arial"/>
              <a:cs typeface="Arial"/>
            </a:endParaRPr>
          </a:p>
        </p:txBody>
      </p:sp>
      <p:sp>
        <p:nvSpPr>
          <p:cNvPr id="411185919" name="Slide Number"/>
          <p:cNvSpPr txBox="1">
            <a:spLocks noGrp="1"/>
          </p:cNvSpPr>
          <p:nvPr>
            <p:ph type="sldNum" sz="quarter" idx="2"/>
          </p:nvPr>
        </p:nvSpPr>
        <p:spPr bwMode="auto">
          <a:prstGeom prst="rect">
            <a:avLst/>
          </a:prstGeom>
        </p:spPr>
        <p:txBody>
          <a:bodyPr/>
          <a:lstStyle/>
          <a:p>
            <a:pPr>
              <a:defRPr/>
            </a:pPr>
            <a:fld id="{C59ED3B7-A9DB-C35B-01E8-259BE6616A8A}" type="slidenum">
              <a:rPr/>
              <a:t/>
            </a:fld>
            <a:endParaRPr/>
          </a:p>
        </p:txBody>
      </p:sp>
      <p:sp>
        <p:nvSpPr>
          <p:cNvPr id="10159823" name="Date"/>
          <p:cNvSpPr>
            <a:spLocks noGrp="1"/>
          </p:cNvSpPr>
          <p:nvPr>
            <p:ph type="dt" sz="half" idx="10"/>
          </p:nvPr>
        </p:nvSpPr>
        <p:spPr bwMode="auto"/>
        <p:txBody>
          <a:bodyPr/>
          <a:lstStyle/>
          <a:p>
            <a:pPr>
              <a:defRPr/>
            </a:pPr>
            <a:fld id="{9EDDC85D-6716-167F-95AA-1CCEB150AC5E}" type="datetime1">
              <a:rPr lang="fr-FR"/>
              <a:t/>
            </a:fld>
            <a:endParaRPr/>
          </a:p>
        </p:txBody>
      </p:sp>
      <p:sp>
        <p:nvSpPr>
          <p:cNvPr id="314390969"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serveurs multi-services</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Un même processus offre plusieurs services</a:t>
            </a:r>
            <a:endParaRPr/>
          </a:p>
          <a:p>
            <a:pPr marL="457200" indent="-342900" algn="l">
              <a:lnSpc>
                <a:spcPct val="100000"/>
              </a:lnSpc>
              <a:spcBef>
                <a:spcPts val="1000"/>
              </a:spcBef>
              <a:buFont typeface="Arial"/>
              <a:buChar char="•"/>
              <a:defRPr/>
            </a:pPr>
            <a:r>
              <a:rPr lang="fr-FR" sz="2200" b="0">
                <a:solidFill>
                  <a:schemeClr val="accent5">
                    <a:lumMod val="75000"/>
                  </a:schemeClr>
                </a:solidFill>
              </a:rPr>
              <a:t>Une socket d'écoute par service</a:t>
            </a:r>
            <a:endParaRPr/>
          </a:p>
          <a:p>
            <a:pPr marL="457200" indent="-342900" algn="l">
              <a:lnSpc>
                <a:spcPct val="100000"/>
              </a:lnSpc>
              <a:spcBef>
                <a:spcPts val="1000"/>
              </a:spcBef>
              <a:buFont typeface="Arial"/>
              <a:buChar char="•"/>
              <a:defRPr/>
            </a:pPr>
            <a:r>
              <a:rPr lang="fr-FR" sz="2200" b="0">
                <a:solidFill>
                  <a:schemeClr val="accent5">
                    <a:lumMod val="75000"/>
                  </a:schemeClr>
                </a:solidFill>
              </a:rPr>
              <a:t>select() pour aiguiller les requêtes</a:t>
            </a:r>
            <a:endParaRPr/>
          </a:p>
          <a:p>
            <a:pPr marL="457200" indent="-342900" algn="l">
              <a:lnSpc>
                <a:spcPct val="100000"/>
              </a:lnSpc>
              <a:spcBef>
                <a:spcPts val="1000"/>
              </a:spcBef>
              <a:buFont typeface="Arial"/>
              <a:buChar char="•"/>
              <a:defRPr/>
            </a:pPr>
            <a:r>
              <a:rPr lang="fr-FR" sz="2200" b="0">
                <a:solidFill>
                  <a:schemeClr val="accent5">
                    <a:lumMod val="75000"/>
                  </a:schemeClr>
                </a:solidFill>
              </a:rPr>
              <a:t>Mutualise les ressources</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Avantages</a:t>
            </a:r>
            <a:endParaRP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L</a:t>
            </a:r>
            <a:r>
              <a:rPr sz="2200" b="0" i="0" u="none" strike="noStrike" cap="none" spc="0">
                <a:solidFill>
                  <a:schemeClr val="accent5">
                    <a:lumMod val="75000"/>
                  </a:schemeClr>
                </a:solidFill>
                <a:latin typeface="Arial"/>
                <a:ea typeface="Arial"/>
                <a:cs typeface="Arial"/>
              </a:rPr>
              <a:t>e code réalisant les services n'est présent que lorsqu'il</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est nécessaire</a:t>
            </a:r>
            <a:endParaRPr sz="22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L</a:t>
            </a:r>
            <a:r>
              <a:rPr sz="2200" b="0" i="0" u="none" strike="noStrike" cap="none" spc="0">
                <a:solidFill>
                  <a:schemeClr val="accent5">
                    <a:lumMod val="75000"/>
                  </a:schemeClr>
                </a:solidFill>
                <a:latin typeface="Arial"/>
                <a:ea typeface="Arial"/>
                <a:cs typeface="Arial"/>
              </a:rPr>
              <a:t>a maintenance se fait sur la base du service et non</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du serveur : l'administrateur peut facilement activer</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ou désactiver un service</a:t>
            </a:r>
            <a:endParaRPr lang="fr-FR" sz="22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59606589" name="Title"/>
          <p:cNvSpPr txBox="1">
            <a:spLocks noGrp="1"/>
          </p:cNvSpPr>
          <p:nvPr>
            <p:ph type="title"/>
          </p:nvPr>
        </p:nvSpPr>
        <p:spPr bwMode="auto">
          <a:prstGeom prst="rect">
            <a:avLst/>
          </a:prstGeom>
        </p:spPr>
        <p:txBody>
          <a:bodyPr>
            <a:normAutofit/>
          </a:bodyPr>
          <a:lstStyle/>
          <a:p>
            <a:pPr>
              <a:defRPr/>
            </a:pPr>
            <a:r>
              <a:rPr lang="fr-FR"/>
              <a:t>Les serveurs multi-services</a:t>
            </a:r>
            <a:r>
              <a:rPr/>
              <a:t> - Fonctionnement</a:t>
            </a:r>
            <a:endParaRPr/>
          </a:p>
        </p:txBody>
      </p:sp>
      <p:sp>
        <p:nvSpPr>
          <p:cNvPr id="1339466196" name="Content"/>
          <p:cNvSpPr>
            <a:spLocks noGrp="1"/>
          </p:cNvSpPr>
          <p:nvPr>
            <p:ph idx="1"/>
          </p:nvPr>
        </p:nvSpPr>
        <p:spPr bwMode="auto">
          <a:xfrm flipH="0" flipV="0">
            <a:off x="838198" y="1825624"/>
            <a:ext cx="4985820" cy="4351338"/>
          </a:xfrm>
        </p:spPr>
        <p:txBody>
          <a:bodyPr vertOverflow="overflow" horzOverflow="overflow" vert="horz" wrap="square" lIns="91440" tIns="45720" rIns="91440" bIns="45720" numCol="1" spcCol="0" rtlCol="0" fromWordArt="0" anchor="t" anchorCtr="0" forceAA="0" upright="0" compatLnSpc="0">
            <a:normAutofit fontScale="80000" lnSpcReduction="4000"/>
          </a:bodyPr>
          <a:lstStyle/>
          <a:p>
            <a:pPr marL="857249"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Le serveur ouvre une socket par service offert, attend </a:t>
            </a:r>
            <a:r>
              <a:rPr sz="2600" b="0" i="0" u="none" strike="noStrike" cap="none" spc="0">
                <a:solidFill>
                  <a:schemeClr val="accent5">
                    <a:lumMod val="75000"/>
                  </a:schemeClr>
                </a:solidFill>
                <a:latin typeface="Arial"/>
                <a:ea typeface="Arial"/>
                <a:cs typeface="Arial"/>
              </a:rPr>
              <a:t>une connexion entrante sur l'ensemble des sockets </a:t>
            </a:r>
            <a:r>
              <a:rPr sz="2600" b="0" i="0" u="none" strike="noStrike" cap="none" spc="0">
                <a:solidFill>
                  <a:schemeClr val="accent5">
                    <a:lumMod val="75000"/>
                  </a:schemeClr>
                </a:solidFill>
                <a:latin typeface="Arial"/>
                <a:ea typeface="Arial"/>
                <a:cs typeface="Arial"/>
              </a:rPr>
              <a:t>ouvertes</a:t>
            </a:r>
            <a:endParaRPr sz="2200" b="0" i="0" u="none" strike="noStrike" cap="none" spc="0">
              <a:solidFill>
                <a:schemeClr val="accent5">
                  <a:lumMod val="75000"/>
                </a:schemeClr>
              </a:solidFill>
              <a:latin typeface="Arial"/>
              <a:cs typeface="Arial"/>
            </a:endParaRPr>
          </a:p>
          <a:p>
            <a:pPr marL="857249"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Lorsqu'une demande de connexion arrive, le serveur </a:t>
            </a:r>
            <a:r>
              <a:rPr sz="2600" b="0" i="0" u="none" strike="noStrike" cap="none" spc="0">
                <a:solidFill>
                  <a:schemeClr val="accent5">
                    <a:lumMod val="75000"/>
                  </a:schemeClr>
                </a:solidFill>
                <a:latin typeface="Arial"/>
                <a:ea typeface="Arial"/>
                <a:cs typeface="Arial"/>
              </a:rPr>
              <a:t>crée un processus fils qui prend en compte la </a:t>
            </a:r>
            <a:r>
              <a:rPr sz="2600" b="0" i="0" u="none" strike="noStrike" cap="none" spc="0">
                <a:solidFill>
                  <a:schemeClr val="accent5">
                    <a:lumMod val="75000"/>
                  </a:schemeClr>
                </a:solidFill>
                <a:latin typeface="Arial"/>
                <a:ea typeface="Arial"/>
                <a:cs typeface="Arial"/>
              </a:rPr>
              <a:t>connexion</a:t>
            </a:r>
            <a:endParaRPr sz="2200" b="0" i="0" u="none" strike="noStrike" cap="none" spc="0">
              <a:solidFill>
                <a:schemeClr val="accent5">
                  <a:lumMod val="75000"/>
                </a:schemeClr>
              </a:solidFill>
              <a:latin typeface="Arial"/>
              <a:cs typeface="Arial"/>
            </a:endParaRPr>
          </a:p>
          <a:p>
            <a:pPr marL="857249"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Le processus fils exécute (via exec() sur système </a:t>
            </a:r>
            <a:r>
              <a:rPr sz="2600" b="0" i="0" u="none" strike="noStrike" cap="none" spc="0">
                <a:solidFill>
                  <a:schemeClr val="accent5">
                    <a:lumMod val="75000"/>
                  </a:schemeClr>
                </a:solidFill>
                <a:latin typeface="Arial"/>
                <a:ea typeface="Arial"/>
                <a:cs typeface="Arial"/>
              </a:rPr>
              <a:t>UNIX) un programme dédié réalisant le service </a:t>
            </a:r>
            <a:r>
              <a:rPr sz="2600" b="0" i="0" u="none" strike="noStrike" cap="none" spc="0">
                <a:solidFill>
                  <a:schemeClr val="accent5">
                    <a:lumMod val="75000"/>
                  </a:schemeClr>
                </a:solidFill>
                <a:latin typeface="Arial"/>
                <a:ea typeface="Arial"/>
                <a:cs typeface="Arial"/>
              </a:rPr>
              <a:t>demandé</a:t>
            </a:r>
            <a:endParaRPr sz="2200" b="0" i="0" u="none" strike="noStrike" cap="none" spc="0">
              <a:solidFill>
                <a:schemeClr val="accent5">
                  <a:lumMod val="75000"/>
                </a:schemeClr>
              </a:solidFill>
              <a:latin typeface="Arial"/>
              <a:cs typeface="Arial"/>
            </a:endParaRPr>
          </a:p>
        </p:txBody>
      </p:sp>
      <p:sp>
        <p:nvSpPr>
          <p:cNvPr id="1252768505" name="Slide Number"/>
          <p:cNvSpPr txBox="1">
            <a:spLocks noGrp="1"/>
          </p:cNvSpPr>
          <p:nvPr>
            <p:ph type="sldNum" sz="quarter" idx="2"/>
          </p:nvPr>
        </p:nvSpPr>
        <p:spPr bwMode="auto">
          <a:prstGeom prst="rect">
            <a:avLst/>
          </a:prstGeom>
        </p:spPr>
        <p:txBody>
          <a:bodyPr/>
          <a:lstStyle/>
          <a:p>
            <a:pPr>
              <a:defRPr/>
            </a:pPr>
            <a:fld id="{E2649060-F09E-AA27-6472-47E3DA36985A}" type="slidenum">
              <a:rPr/>
              <a:t/>
            </a:fld>
            <a:endParaRPr/>
          </a:p>
        </p:txBody>
      </p:sp>
      <p:sp>
        <p:nvSpPr>
          <p:cNvPr id="1023634519" name="Date"/>
          <p:cNvSpPr>
            <a:spLocks noGrp="1"/>
          </p:cNvSpPr>
          <p:nvPr>
            <p:ph type="dt" sz="half" idx="10"/>
          </p:nvPr>
        </p:nvSpPr>
        <p:spPr bwMode="auto"/>
        <p:txBody>
          <a:bodyPr/>
          <a:lstStyle/>
          <a:p>
            <a:pPr>
              <a:defRPr/>
            </a:pPr>
            <a:fld id="{20D73EC7-DA47-BFB7-67CE-2EF8B9476ADD}" type="datetime1">
              <a:rPr lang="fr-FR"/>
              <a:t/>
            </a:fld>
            <a:endParaRPr/>
          </a:p>
        </p:txBody>
      </p:sp>
      <p:sp>
        <p:nvSpPr>
          <p:cNvPr id="1286211059" name="Footer"/>
          <p:cNvSpPr>
            <a:spLocks noGrp="1"/>
          </p:cNvSpPr>
          <p:nvPr>
            <p:ph type="ftr" sz="quarter" idx="11"/>
          </p:nvPr>
        </p:nvSpPr>
        <p:spPr bwMode="auto"/>
        <p:txBody>
          <a:bodyPr/>
          <a:lstStyle/>
          <a:p>
            <a:pPr>
              <a:defRPr/>
            </a:pPr>
            <a:r>
              <a:rPr/>
              <a:t>CM | LD</a:t>
            </a:r>
            <a:endParaRPr/>
          </a:p>
        </p:txBody>
      </p:sp>
      <p:pic>
        <p:nvPicPr>
          <p:cNvPr id="1293303407" name=""/>
          <p:cNvPicPr>
            <a:picLocks noChangeAspect="1"/>
          </p:cNvPicPr>
          <p:nvPr/>
        </p:nvPicPr>
        <p:blipFill>
          <a:blip r:embed="rId3"/>
          <a:stretch/>
        </p:blipFill>
        <p:spPr bwMode="auto">
          <a:xfrm flipH="0" flipV="0">
            <a:off x="5747453" y="2209407"/>
            <a:ext cx="6282546" cy="366662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processus démons</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L'invocation d'un service Internet standard (FTP,</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TELNET, RLOGIN, SSH, …) nécessite la présence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côté serveur d'un processus serveur</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qui tourne en permanence</a:t>
            </a:r>
            <a:r>
              <a:rPr sz="2200" b="0" i="0" u="none" strike="noStrike" cap="none" spc="0">
                <a:solidFill>
                  <a:schemeClr val="accent5">
                    <a:lumMod val="75000"/>
                  </a:schemeClr>
                </a:solidFill>
                <a:latin typeface="Arial"/>
                <a:ea typeface="Arial"/>
                <a:cs typeface="Arial"/>
              </a:rPr>
              <a:t> et</a:t>
            </a:r>
            <a:r>
              <a:rPr lang="fr-FR" sz="2200" b="0" i="0" u="none" strike="noStrike" cap="none" spc="0">
                <a:solidFill>
                  <a:schemeClr val="accent5">
                    <a:lumMod val="75000"/>
                  </a:schemeClr>
                </a:solidFill>
                <a:latin typeface="Arial"/>
                <a:ea typeface="Arial"/>
                <a:cs typeface="Arial"/>
              </a:rPr>
              <a:t> qui est en attente des requêtes clientes</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Service résident, détaché du terminal</a:t>
            </a:r>
            <a:endParaRPr lang="fr-FR" sz="2200" b="0">
              <a:solidFill>
                <a:schemeClr val="accent5">
                  <a:lumMod val="75000"/>
                </a:schemeClr>
              </a:solidFill>
            </a:endParaRPr>
          </a:p>
          <a:p>
            <a:pPr marL="457200" indent="-342900" algn="l">
              <a:lnSpc>
                <a:spcPct val="100000"/>
              </a:lnSpc>
              <a:spcBef>
                <a:spcPts val="1000"/>
              </a:spcBef>
              <a:buFont typeface="Arial"/>
              <a:buChar char="•"/>
              <a:defRPr/>
            </a:pPr>
            <a:r>
              <a:rPr lang="fr-FR" sz="2200" b="0">
                <a:solidFill>
                  <a:schemeClr val="accent5">
                    <a:lumMod val="75000"/>
                  </a:schemeClr>
                </a:solidFill>
              </a:rPr>
              <a:t>Démarré au boot et surveillé par le système</a:t>
            </a:r>
            <a:endParaRPr/>
          </a:p>
          <a:p>
            <a:pPr marL="457200" indent="-342900" algn="l">
              <a:lnSpc>
                <a:spcPct val="100000"/>
              </a:lnSpc>
              <a:spcBef>
                <a:spcPts val="1000"/>
              </a:spcBef>
              <a:buFont typeface="Arial"/>
              <a:buChar char="•"/>
              <a:defRPr/>
            </a:pPr>
            <a:r>
              <a:rPr lang="fr-FR" sz="2200" b="0">
                <a:solidFill>
                  <a:schemeClr val="accent5">
                    <a:lumMod val="75000"/>
                  </a:schemeClr>
                </a:solidFill>
              </a:rPr>
              <a:t>Aujourd'hui géré par systemd (unités, sockets, journal)</a:t>
            </a:r>
            <a:endParaRPr/>
          </a:p>
          <a:p>
            <a:pPr marL="457200" indent="-342900" algn="l">
              <a:lnSpc>
                <a:spcPct val="100000"/>
              </a:lnSpc>
              <a:spcBef>
                <a:spcPts val="1000"/>
              </a:spcBef>
              <a:buFont typeface="Arial"/>
              <a:buChar char="•"/>
              <a:defRPr/>
            </a:pPr>
            <a:r>
              <a:rPr lang="fr-FR" sz="2200" b="0">
                <a:solidFill>
                  <a:schemeClr val="accent5">
                    <a:lumMod val="75000"/>
                  </a:schemeClr>
                </a:solidFill>
              </a:rPr>
              <a:t>Journalisation centralisée (journald / syslog)</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super-serveur (inetd / systemd)</a:t>
            </a:r>
            <a:endParaRPr/>
          </a:p>
        </p:txBody>
      </p:sp>
      <p:pic>
        <p:nvPicPr>
          <p:cNvPr id="9012" name="img10"/>
          <p:cNvPicPr>
            <a:picLocks noChangeAspect="1"/>
          </p:cNvPicPr>
          <p:nvPr/>
        </p:nvPicPr>
        <p:blipFill>
          <a:blip r:embed="rId3"/>
          <a:stretch/>
        </p:blipFill>
        <p:spPr bwMode="auto">
          <a:xfrm flipH="0" flipV="0">
            <a:off x="4900979" y="1783873"/>
            <a:ext cx="7150025"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
        <p:nvSpPr>
          <p:cNvPr id="994994592" name="Content"/>
          <p:cNvSpPr>
            <a:spLocks noGrp="1"/>
          </p:cNvSpPr>
          <p:nvPr/>
        </p:nvSpPr>
        <p:spPr bwMode="auto">
          <a:xfrm flipH="0" flipV="0">
            <a:off x="838198" y="1825624"/>
            <a:ext cx="4917083" cy="4351338"/>
          </a:xfrm>
        </p:spPr>
        <p:txBody>
          <a:bodyPr vertOverflow="overflow" horzOverflow="overflow" vert="horz" wrap="square" lIns="91440" tIns="45720" rIns="91440" bIns="45720" numCol="1" spcCol="0" rtlCol="0" fromWordArt="0" anchor="t" anchorCtr="0" forceAA="0" upright="0" compatLnSpc="0">
            <a:normAutofit fontScale="70000" lnSpcReduction="6000"/>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457200" marR="0" lvl="0" indent="-342900" algn="l">
              <a:lnSpc>
                <a:spcPct val="100000"/>
              </a:lnSpc>
              <a:spcBef>
                <a:spcPts val="999"/>
              </a:spcBef>
              <a:spcAft>
                <a:spcPts val="0"/>
              </a:spcAft>
              <a:buFont typeface="Arial"/>
              <a:buChar char="•"/>
              <a:defRPr/>
            </a:pPr>
            <a:r>
              <a:rPr sz="2600" b="0" i="0" u="none" strike="noStrike" cap="none" spc="0">
                <a:solidFill>
                  <a:schemeClr val="accent5">
                    <a:lumMod val="75000"/>
                  </a:schemeClr>
                </a:solidFill>
                <a:latin typeface="Arial"/>
                <a:ea typeface="Arial"/>
                <a:cs typeface="Arial"/>
              </a:rPr>
              <a:t>Un super serveur</a:t>
            </a:r>
            <a:endParaRPr lang="fr-FR" sz="11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un processus multi-services multi-protocoles</a:t>
            </a:r>
            <a:endParaRPr lang="fr-FR" sz="2200" b="0" i="0" u="none" strike="noStrike" cap="none" spc="0">
              <a:solidFill>
                <a:schemeClr val="accent5">
                  <a:lumMod val="75000"/>
                </a:schemeClr>
              </a:solidFill>
              <a:latin typeface="Times New Roman"/>
              <a:cs typeface="Times New Roman"/>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un serveur unique qui reçoit les requêtes</a:t>
            </a:r>
            <a:endParaRPr lang="fr-FR" sz="11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a</a:t>
            </a:r>
            <a:r>
              <a:rPr lang="fr-FR" sz="2200" b="0" i="0" u="none" strike="noStrike" cap="none" spc="0">
                <a:solidFill>
                  <a:schemeClr val="accent5">
                    <a:lumMod val="75000"/>
                  </a:schemeClr>
                </a:solidFill>
                <a:latin typeface="Arial"/>
                <a:ea typeface="Arial"/>
                <a:cs typeface="Arial"/>
              </a:rPr>
              <a:t>ctivation des services à la demande</a:t>
            </a:r>
            <a:endParaRPr lang="fr-FR" sz="11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permet d'éviter d'avoir un processus par service, en</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attente de requêtes</a:t>
            </a:r>
            <a:endParaRPr lang="fr-FR" sz="11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une interface de configuration (fichier inetd.conf)</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permettant à l'administrateur système d'ajouter ou</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retirer de nouveaux services sans lancer ou arrêter un</a:t>
            </a:r>
            <a:r>
              <a:rPr lang="fr-F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nouveau processus</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Le processus inetd attend les requêtes à l'aide</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de la primitive select() et crée un nouveau</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processus pour chaque </a:t>
            </a:r>
            <a:r>
              <a:rPr sz="1800" b="0" i="0" u="none" strike="noStrike" cap="none" spc="0">
                <a:solidFill>
                  <a:schemeClr val="accent5">
                    <a:lumMod val="75000"/>
                  </a:schemeClr>
                </a:solidFill>
                <a:latin typeface="Arial"/>
                <a:ea typeface="Arial"/>
                <a:cs typeface="Arial"/>
              </a:rPr>
              <a:t>service </a:t>
            </a:r>
            <a:r>
              <a:rPr sz="1800" b="0" i="0" u="none" strike="noStrike" cap="none" spc="0">
                <a:solidFill>
                  <a:schemeClr val="accent5">
                    <a:lumMod val="75000"/>
                  </a:schemeClr>
                </a:solidFill>
                <a:latin typeface="Arial"/>
                <a:ea typeface="Arial"/>
                <a:cs typeface="Arial"/>
              </a:rPr>
              <a:t>demandé (excepté</a:t>
            </a:r>
            <a:r>
              <a:rPr sz="1800" b="0" i="0" u="none" strike="noStrike" cap="none" spc="0">
                <a:solidFill>
                  <a:schemeClr val="accent5">
                    <a:lumMod val="75000"/>
                  </a:schemeClr>
                </a:solidFill>
                <a:latin typeface="Arial"/>
                <a:ea typeface="Arial"/>
                <a:cs typeface="Arial"/>
              </a:rPr>
              <a:t> </a:t>
            </a:r>
            <a:r>
              <a:rPr sz="1800" b="0" i="0" u="none" strike="noStrike" cap="none" spc="0">
                <a:solidFill>
                  <a:schemeClr val="accent5">
                    <a:lumMod val="75000"/>
                  </a:schemeClr>
                </a:solidFill>
                <a:latin typeface="Arial"/>
                <a:ea typeface="Arial"/>
                <a:cs typeface="Arial"/>
              </a:rPr>
              <a:t>certains services UDP qu'il traite lui-même)</a:t>
            </a:r>
            <a:endParaRPr sz="1800" b="0" i="0" u="none" strike="noStrike" cap="none" spc="0">
              <a:solidFill>
                <a:schemeClr val="accent5">
                  <a:lumMod val="7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6583486" name="Title"/>
          <p:cNvSpPr txBox="1">
            <a:spLocks noGrp="1"/>
          </p:cNvSpPr>
          <p:nvPr>
            <p:ph type="title"/>
          </p:nvPr>
        </p:nvSpPr>
        <p:spPr bwMode="auto">
          <a:prstGeom prst="rect">
            <a:avLst/>
          </a:prstGeom>
        </p:spPr>
        <p:txBody>
          <a:bodyPr>
            <a:normAutofit/>
          </a:bodyPr>
          <a:lstStyle/>
          <a:p>
            <a:pPr>
              <a:defRPr/>
            </a:pPr>
            <a:r>
              <a:rPr lang="fr-FR"/>
              <a:t>Le super-serveur </a:t>
            </a:r>
            <a:r>
              <a:rPr/>
              <a:t>géré par systemd</a:t>
            </a:r>
            <a:endParaRPr/>
          </a:p>
        </p:txBody>
      </p:sp>
      <p:sp>
        <p:nvSpPr>
          <p:cNvPr id="1053652653" name="Slide Number"/>
          <p:cNvSpPr txBox="1">
            <a:spLocks noGrp="1"/>
          </p:cNvSpPr>
          <p:nvPr>
            <p:ph type="sldNum" sz="quarter" idx="12"/>
          </p:nvPr>
        </p:nvSpPr>
        <p:spPr bwMode="auto">
          <a:prstGeom prst="rect">
            <a:avLst/>
          </a:prstGeom>
        </p:spPr>
        <p:txBody>
          <a:bodyPr/>
          <a:lstStyle/>
          <a:p>
            <a:pPr>
              <a:defRPr/>
            </a:pPr>
            <a:fld id="{B194B847-E657-8AC8-378E-641BF9DE6647}" type="slidenum">
              <a:rPr/>
              <a:t/>
            </a:fld>
            <a:endParaRPr/>
          </a:p>
        </p:txBody>
      </p:sp>
      <p:sp>
        <p:nvSpPr>
          <p:cNvPr id="1967303648" name="Date"/>
          <p:cNvSpPr>
            <a:spLocks noGrp="1"/>
          </p:cNvSpPr>
          <p:nvPr>
            <p:ph type="dt" sz="half" idx="10"/>
          </p:nvPr>
        </p:nvSpPr>
        <p:spPr bwMode="auto"/>
        <p:txBody>
          <a:bodyPr/>
          <a:lstStyle/>
          <a:p>
            <a:pPr>
              <a:defRPr/>
            </a:pPr>
            <a:fld id="{BDF77233-4D04-EAB2-70EA-F08C7ADD7678}" type="datetime1">
              <a:rPr lang="fr-FR"/>
              <a:t/>
            </a:fld>
            <a:endParaRPr/>
          </a:p>
        </p:txBody>
      </p:sp>
      <p:sp>
        <p:nvSpPr>
          <p:cNvPr id="1248337507" name="Footer"/>
          <p:cNvSpPr>
            <a:spLocks noGrp="1"/>
          </p:cNvSpPr>
          <p:nvPr>
            <p:ph type="ftr" sz="quarter" idx="11"/>
          </p:nvPr>
        </p:nvSpPr>
        <p:spPr bwMode="auto"/>
        <p:txBody>
          <a:bodyPr/>
          <a:lstStyle/>
          <a:p>
            <a:pPr>
              <a:defRPr/>
            </a:pPr>
            <a:r>
              <a:rPr/>
              <a:t>CM | LD</a:t>
            </a:r>
            <a:endParaRPr/>
          </a:p>
        </p:txBody>
      </p:sp>
      <p:pic>
        <p:nvPicPr>
          <p:cNvPr id="1399655251" name=""/>
          <p:cNvPicPr>
            <a:picLocks noChangeAspect="1"/>
          </p:cNvPicPr>
          <p:nvPr/>
        </p:nvPicPr>
        <p:blipFill>
          <a:blip r:embed="rId3"/>
          <a:stretch/>
        </p:blipFill>
        <p:spPr bwMode="auto">
          <a:xfrm>
            <a:off x="2562224" y="1897880"/>
            <a:ext cx="7067549" cy="3952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inetd et son successeur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inetd : un seul démon écoute tous les ports</a:t>
            </a:r>
            <a:endParaRPr/>
          </a:p>
          <a:p>
            <a:pPr marL="457200" indent="-342900" algn="l">
              <a:lnSpc>
                <a:spcPct val="100000"/>
              </a:lnSpc>
              <a:spcBef>
                <a:spcPts val="1000"/>
              </a:spcBef>
              <a:buFont typeface="Arial"/>
              <a:buChar char="•"/>
              <a:defRPr/>
            </a:pPr>
            <a:r>
              <a:rPr lang="fr-FR" sz="2200" b="0">
                <a:solidFill>
                  <a:schemeClr val="accent5">
                    <a:lumMod val="75000"/>
                  </a:schemeClr>
                </a:solidFill>
              </a:rPr>
              <a:t>Il lance le service approprié à la demande</a:t>
            </a:r>
            <a:endParaRPr/>
          </a:p>
          <a:p>
            <a:pPr marL="457200" indent="-342900" algn="l">
              <a:lnSpc>
                <a:spcPct val="100000"/>
              </a:lnSpc>
              <a:spcBef>
                <a:spcPts val="1000"/>
              </a:spcBef>
              <a:buFont typeface="Arial"/>
              <a:buChar char="•"/>
              <a:defRPr/>
            </a:pPr>
            <a:r>
              <a:rPr lang="fr-FR" sz="2200" b="0">
                <a:solidFill>
                  <a:schemeClr val="accent5">
                    <a:lumMod val="75000"/>
                  </a:schemeClr>
                </a:solidFill>
              </a:rPr>
              <a:t>Évite de garder de nombreux démons résidents en mémoire</a:t>
            </a:r>
            <a:endParaRPr/>
          </a:p>
          <a:p>
            <a:pPr marL="457200" indent="-342900" algn="l">
              <a:lnSpc>
                <a:spcPct val="100000"/>
              </a:lnSpc>
              <a:spcBef>
                <a:spcPts val="1000"/>
              </a:spcBef>
              <a:buFont typeface="Arial"/>
              <a:buChar char="•"/>
              <a:defRPr/>
            </a:pPr>
            <a:r>
              <a:rPr lang="fr-FR" sz="2200" b="0">
                <a:solidFill>
                  <a:schemeClr val="accent5">
                    <a:lumMod val="75000"/>
                  </a:schemeClr>
                </a:solidFill>
              </a:rPr>
              <a:t>Remplacé aujourd'hui par l'activation par socket de systemd</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18873425"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1799609475" name="Content"/>
          <p:cNvSpPr>
            <a:spLocks noGrp="1"/>
          </p:cNvSpPr>
          <p:nvPr>
            <p:ph idx="1"/>
          </p:nvPr>
        </p:nvSpPr>
        <p:spPr bwMode="auto"/>
        <p:txBody>
          <a:bodyPr>
            <a:normAutofit/>
          </a:bodyPr>
          <a:lstStyle/>
          <a:p>
            <a:pPr marL="457200" indent="-342900" algn="l">
              <a:lnSpc>
                <a:spcPct val="100000"/>
              </a:lnSpc>
              <a:spcBef>
                <a:spcPts val="998"/>
              </a:spcBef>
              <a:buFont typeface="Arial"/>
              <a:buChar char="•"/>
              <a:defRPr/>
            </a:pPr>
            <a:r>
              <a:rPr lang="fr-FR" sz="2200" b="0">
                <a:solidFill>
                  <a:schemeClr val="accent5">
                    <a:lumMod val="75000"/>
                  </a:schemeClr>
                </a:solidFill>
              </a:rPr>
              <a:t>Organisation pratique et contenu du module</a:t>
            </a:r>
            <a:endParaRPr i="0"/>
          </a:p>
          <a:p>
            <a:pPr marL="457200" indent="-342900" algn="l">
              <a:lnSpc>
                <a:spcPct val="100000"/>
              </a:lnSpc>
              <a:spcBef>
                <a:spcPts val="998"/>
              </a:spcBef>
              <a:buFont typeface="Arial"/>
              <a:buChar char="•"/>
              <a:defRPr/>
            </a:pPr>
            <a:r>
              <a:rPr lang="fr-FR" sz="2200" b="0" i="0">
                <a:solidFill>
                  <a:schemeClr val="accent5">
                    <a:lumMod val="75000"/>
                  </a:schemeClr>
                </a:solidFill>
              </a:rPr>
              <a:t>Rappels : Internet et le modèle TCP/IP</a:t>
            </a:r>
            <a:endParaRPr/>
          </a:p>
          <a:p>
            <a:pPr marL="457200" indent="-342900" algn="l">
              <a:lnSpc>
                <a:spcPct val="100000"/>
              </a:lnSpc>
              <a:spcBef>
                <a:spcPts val="998"/>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998"/>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998"/>
              </a:spcBef>
              <a:buFont typeface="Arial"/>
              <a:buChar char="•"/>
              <a:defRPr/>
            </a:pPr>
            <a:r>
              <a:rPr lang="fr-FR" sz="2200" b="1">
                <a:solidFill>
                  <a:schemeClr val="accent5">
                    <a:lumMod val="75000"/>
                  </a:schemeClr>
                </a:solidFill>
              </a:rPr>
              <a:t>Appels de procédures distantes (des RPC à gRPC)</a:t>
            </a:r>
            <a:endParaRPr/>
          </a:p>
          <a:p>
            <a:pPr marL="457200" indent="-342900" algn="l">
              <a:lnSpc>
                <a:spcPct val="100000"/>
              </a:lnSpc>
              <a:spcBef>
                <a:spcPts val="998"/>
              </a:spcBef>
              <a:buFont typeface="Arial"/>
              <a:buChar char="•"/>
              <a:defRPr/>
            </a:pPr>
            <a:r>
              <a:rPr lang="fr-FR" sz="2200" b="0">
                <a:solidFill>
                  <a:schemeClr val="accent5">
                    <a:lumMod val="75000"/>
                  </a:schemeClr>
                </a:solidFill>
              </a:rPr>
              <a:t>Exercices</a:t>
            </a:r>
            <a:endParaRPr/>
          </a:p>
        </p:txBody>
      </p:sp>
      <p:sp>
        <p:nvSpPr>
          <p:cNvPr id="1834641184" name="Slide Number"/>
          <p:cNvSpPr txBox="1">
            <a:spLocks noGrp="1"/>
          </p:cNvSpPr>
          <p:nvPr>
            <p:ph type="sldNum" sz="quarter" idx="2"/>
          </p:nvPr>
        </p:nvSpPr>
        <p:spPr bwMode="auto">
          <a:prstGeom prst="rect">
            <a:avLst/>
          </a:prstGeom>
        </p:spPr>
        <p:txBody>
          <a:bodyPr/>
          <a:lstStyle/>
          <a:p>
            <a:pPr>
              <a:defRPr/>
            </a:pPr>
            <a:fld id="{34037F2F-565A-51BA-1C87-04373871CC86}" type="slidenum">
              <a:rPr/>
              <a:t/>
            </a:fld>
            <a:endParaRPr/>
          </a:p>
        </p:txBody>
      </p:sp>
      <p:sp>
        <p:nvSpPr>
          <p:cNvPr id="643443313" name="Date"/>
          <p:cNvSpPr>
            <a:spLocks noGrp="1"/>
          </p:cNvSpPr>
          <p:nvPr>
            <p:ph type="dt" sz="half" idx="10"/>
          </p:nvPr>
        </p:nvSpPr>
        <p:spPr bwMode="auto"/>
        <p:txBody>
          <a:bodyPr/>
          <a:lstStyle/>
          <a:p>
            <a:pPr>
              <a:defRPr/>
            </a:pPr>
            <a:fld id="{74F12F06-B9A4-1F10-5E46-08F7F2474F49}" type="datetime1">
              <a:rPr lang="fr-FR"/>
              <a:t/>
            </a:fld>
            <a:endParaRPr/>
          </a:p>
        </p:txBody>
      </p:sp>
      <p:sp>
        <p:nvSpPr>
          <p:cNvPr id="1633301561"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appels de procédures distantes (RPC)</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Deux approches de conception</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Orientée messages (sockets) : on échange des messages</a:t>
            </a:r>
            <a:endParaRPr/>
          </a:p>
          <a:p>
            <a:pPr marL="457200" indent="-342900" algn="l">
              <a:lnSpc>
                <a:spcPct val="100000"/>
              </a:lnSpc>
              <a:spcBef>
                <a:spcPts val="1000"/>
              </a:spcBef>
              <a:buFont typeface="Arial"/>
              <a:buChar char="•"/>
              <a:defRPr/>
            </a:pPr>
            <a:r>
              <a:rPr lang="fr-FR" sz="2200" b="0">
                <a:solidFill>
                  <a:schemeClr val="accent5">
                    <a:lumMod val="75000"/>
                  </a:schemeClr>
                </a:solidFill>
              </a:rPr>
              <a:t>Orientée appels de procédures (RPC) : on appelle une fonction distante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Les RPC masquent le réseau au programmeur</a:t>
            </a:r>
            <a:endParaRPr/>
          </a:p>
          <a:p>
            <a:pPr marL="457200" indent="-342900" algn="l">
              <a:lnSpc>
                <a:spcPct val="100000"/>
              </a:lnSpc>
              <a:spcBef>
                <a:spcPts val="1000"/>
              </a:spcBef>
              <a:buFont typeface="Arial"/>
              <a:buChar char="•"/>
              <a:defRPr/>
            </a:pPr>
            <a:r>
              <a:rPr lang="fr-FR" sz="2200" b="0">
                <a:solidFill>
                  <a:schemeClr val="accent5">
                    <a:lumMod val="75000"/>
                  </a:schemeClr>
                </a:solidFill>
              </a:rPr>
              <a:t>Base des middlewares modernes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Principe général des RPC</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Un programme appelle une procédure exécutée sur une autre machine</a:t>
            </a:r>
            <a:endParaRPr/>
          </a:p>
          <a:p>
            <a:pPr marL="457200" indent="-342900" algn="l">
              <a:lnSpc>
                <a:spcPct val="100000"/>
              </a:lnSpc>
              <a:spcBef>
                <a:spcPts val="1000"/>
              </a:spcBef>
              <a:buFont typeface="Arial"/>
              <a:buChar char="•"/>
              <a:defRPr/>
            </a:pPr>
            <a:r>
              <a:rPr lang="fr-FR" sz="2200" b="0">
                <a:solidFill>
                  <a:schemeClr val="accent5">
                    <a:lumMod val="75000"/>
                  </a:schemeClr>
                </a:solidFill>
              </a:rPr>
              <a:t>L'appel distant ressemble à un appel local</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Réseau et sérialisation cachés par des « stubs »</a:t>
            </a:r>
            <a:endParaRPr/>
          </a:p>
          <a:p>
            <a:pPr marL="457200" indent="-342900" algn="l">
              <a:lnSpc>
                <a:spcPct val="100000"/>
              </a:lnSpc>
              <a:spcBef>
                <a:spcPts val="1000"/>
              </a:spcBef>
              <a:buFont typeface="Arial"/>
              <a:buChar char="•"/>
              <a:defRPr/>
            </a:pPr>
            <a:r>
              <a:rPr lang="fr-FR" sz="2200" b="0">
                <a:solidFill>
                  <a:schemeClr val="accent5">
                    <a:lumMod val="75000"/>
                  </a:schemeClr>
                </a:solidFill>
              </a:rPr>
              <a:t>Paramètres passés par valeur (pas d'adresses)</a:t>
            </a:r>
            <a:endParaRPr lang="fr-FR" sz="2200" b="0">
              <a:solidFill>
                <a:schemeClr val="accent5">
                  <a:lumMod val="75000"/>
                </a:schemeClr>
              </a:solidFill>
            </a:endParaRPr>
          </a:p>
          <a:p>
            <a:pPr marL="457200" indent="-342900" algn="l">
              <a:lnSpc>
                <a:spcPct val="100000"/>
              </a:lnSpc>
              <a:spcBef>
                <a:spcPts val="999"/>
              </a:spcBef>
              <a:buFont typeface="Arial"/>
              <a:buChar char="•"/>
              <a:defRPr/>
            </a:pPr>
            <a:endParaRPr/>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RPC - Remote Procedure Call</a:t>
            </a:r>
            <a:endParaRPr lang="fr-F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permettre à un processus de faire exécuter une fonction</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par un autre processus se trouvant sur une machine</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distante</a:t>
            </a:r>
            <a:endParaRPr sz="17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se traduit par l'envoi d'un message contenant</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l'identification de la fonction et les paramètres</a:t>
            </a:r>
            <a:endParaRPr sz="17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700" b="0" i="0" u="none" strike="noStrike" cap="none" spc="0">
                <a:solidFill>
                  <a:schemeClr val="accent5">
                    <a:lumMod val="75000"/>
                  </a:schemeClr>
                </a:solidFill>
                <a:latin typeface="Arial"/>
                <a:ea typeface="Arial"/>
                <a:cs typeface="Arial"/>
              </a:rPr>
              <a:t>une fois le traitement terminé, un message retourne le</a:t>
            </a:r>
            <a:r>
              <a:rPr lang="fr-FR" sz="1700" b="0" i="0" u="none" strike="noStrike" cap="none" spc="0">
                <a:solidFill>
                  <a:schemeClr val="accent5">
                    <a:lumMod val="75000"/>
                  </a:schemeClr>
                </a:solidFill>
                <a:latin typeface="Arial"/>
                <a:ea typeface="Arial"/>
                <a:cs typeface="Arial"/>
              </a:rPr>
              <a:t> </a:t>
            </a:r>
            <a:r>
              <a:rPr lang="fr-FR" sz="1700" b="0" i="0" u="none" strike="noStrike" cap="none" spc="0">
                <a:solidFill>
                  <a:schemeClr val="accent5">
                    <a:lumMod val="75000"/>
                  </a:schemeClr>
                </a:solidFill>
                <a:latin typeface="Arial"/>
                <a:ea typeface="Arial"/>
                <a:cs typeface="Arial"/>
              </a:rPr>
              <a:t>résultat de la fonction à l'appelant</a:t>
            </a:r>
            <a:endParaRPr lang="fr-FR" sz="14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8576975" name="Title"/>
          <p:cNvSpPr txBox="1">
            <a:spLocks noGrp="1"/>
          </p:cNvSpPr>
          <p:nvPr>
            <p:ph type="title"/>
          </p:nvPr>
        </p:nvSpPr>
        <p:spPr bwMode="auto">
          <a:prstGeom prst="rect">
            <a:avLst/>
          </a:prstGeom>
        </p:spPr>
        <p:txBody>
          <a:bodyPr>
            <a:normAutofit/>
          </a:bodyPr>
          <a:lstStyle/>
          <a:p>
            <a:pPr>
              <a:defRPr/>
            </a:pPr>
            <a:r>
              <a:rPr lang="fr-FR"/>
              <a:t>Principe général des RPC</a:t>
            </a:r>
            <a:endParaRPr/>
          </a:p>
        </p:txBody>
      </p:sp>
      <p:sp>
        <p:nvSpPr>
          <p:cNvPr id="658171229"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L'objectif des RPC est de faire en sorte qu'un</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appel distant ressemble le plus possible à un</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appel local</a:t>
            </a:r>
            <a:endParaRPr lang="fr-FR" sz="16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Le processus client (l'appelant) est lié à une</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petite procédure de bibliothèque, appelée</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stub</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client, qui représente la procédure du serveur</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dans l'espace d'adressage du client</a:t>
            </a:r>
            <a:endParaRPr lang="fr-FR" sz="16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Le processus serveur (l'exécutant) est lié à un</a:t>
            </a:r>
            <a:r>
              <a:rP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stub serveur qui représente l'exécution du client</a:t>
            </a:r>
            <a:endParaRPr lang="fr-FR" sz="16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Dissimule le fait que l'appel de la procédure n'est</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pas local : le programmeur de l'application utilise</a:t>
            </a:r>
            <a:r>
              <a:rPr sz="20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un appel de procédure "normal" !</a:t>
            </a:r>
            <a:endParaRPr lang="fr-FR" sz="1600" b="0" i="0" u="none" strike="noStrike" cap="none" spc="0">
              <a:solidFill>
                <a:schemeClr val="accent5">
                  <a:lumMod val="75000"/>
                </a:schemeClr>
              </a:solidFill>
              <a:latin typeface="Arial"/>
              <a:cs typeface="Arial"/>
            </a:endParaRPr>
          </a:p>
        </p:txBody>
      </p:sp>
      <p:sp>
        <p:nvSpPr>
          <p:cNvPr id="397686267" name="Slide Number"/>
          <p:cNvSpPr txBox="1">
            <a:spLocks noGrp="1"/>
          </p:cNvSpPr>
          <p:nvPr>
            <p:ph type="sldNum" sz="quarter" idx="2"/>
          </p:nvPr>
        </p:nvSpPr>
        <p:spPr bwMode="auto">
          <a:prstGeom prst="rect">
            <a:avLst/>
          </a:prstGeom>
        </p:spPr>
        <p:txBody>
          <a:bodyPr/>
          <a:lstStyle/>
          <a:p>
            <a:pPr>
              <a:defRPr/>
            </a:pPr>
            <a:fld id="{8AEE1A58-C905-D65F-CBF3-8B84C36BF536}" type="slidenum">
              <a:rPr/>
              <a:t/>
            </a:fld>
            <a:endParaRPr/>
          </a:p>
        </p:txBody>
      </p:sp>
      <p:sp>
        <p:nvSpPr>
          <p:cNvPr id="1260810206" name="Date"/>
          <p:cNvSpPr>
            <a:spLocks noGrp="1"/>
          </p:cNvSpPr>
          <p:nvPr>
            <p:ph type="dt" sz="half" idx="10"/>
          </p:nvPr>
        </p:nvSpPr>
        <p:spPr bwMode="auto"/>
        <p:txBody>
          <a:bodyPr/>
          <a:lstStyle/>
          <a:p>
            <a:pPr>
              <a:defRPr/>
            </a:pPr>
            <a:fld id="{AAD5B661-982B-BE72-71BE-01ACFA227244}" type="datetime1">
              <a:rPr lang="fr-FR"/>
              <a:t/>
            </a:fld>
            <a:endParaRPr/>
          </a:p>
        </p:txBody>
      </p:sp>
      <p:sp>
        <p:nvSpPr>
          <p:cNvPr id="1857488181"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modèle RPC (stubs)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331788266" name=""/>
          <p:cNvPicPr>
            <a:picLocks noChangeAspect="1"/>
          </p:cNvPicPr>
          <p:nvPr/>
        </p:nvPicPr>
        <p:blipFill>
          <a:blip r:embed="rId3"/>
          <a:stretch/>
        </p:blipFill>
        <p:spPr bwMode="auto">
          <a:xfrm flipH="0" flipV="0">
            <a:off x="2693010" y="2081752"/>
            <a:ext cx="6805979" cy="3666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modèle RPC</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Stub client : empaquette les paramètres (marshalling)</a:t>
            </a:r>
            <a:endParaRPr/>
          </a:p>
          <a:p>
            <a:pPr marL="457200" indent="-342900" algn="l">
              <a:lnSpc>
                <a:spcPct val="100000"/>
              </a:lnSpc>
              <a:spcBef>
                <a:spcPts val="1000"/>
              </a:spcBef>
              <a:buFont typeface="Arial"/>
              <a:buChar char="•"/>
              <a:defRPr/>
            </a:pPr>
            <a:r>
              <a:rPr lang="fr-FR" sz="2200" b="0">
                <a:solidFill>
                  <a:schemeClr val="accent5">
                    <a:lumMod val="75000"/>
                  </a:schemeClr>
                </a:solidFill>
              </a:rPr>
              <a:t>Transport via TCP ou UDP</a:t>
            </a:r>
            <a:endParaRPr/>
          </a:p>
          <a:p>
            <a:pPr marL="457200" indent="-342900" algn="l">
              <a:lnSpc>
                <a:spcPct val="100000"/>
              </a:lnSpc>
              <a:spcBef>
                <a:spcPts val="1000"/>
              </a:spcBef>
              <a:buFont typeface="Arial"/>
              <a:buChar char="•"/>
              <a:defRPr/>
            </a:pPr>
            <a:r>
              <a:rPr lang="fr-FR" sz="2200" b="0">
                <a:solidFill>
                  <a:schemeClr val="accent5">
                    <a:lumMod val="75000"/>
                  </a:schemeClr>
                </a:solidFill>
              </a:rPr>
              <a:t>Stub serveur : dépaquette, exécute, renvoie le résultat</a:t>
            </a:r>
            <a:endParaRPr/>
          </a:p>
          <a:p>
            <a:pPr marL="457200" indent="-342900" algn="l">
              <a:lnSpc>
                <a:spcPct val="100000"/>
              </a:lnSpc>
              <a:spcBef>
                <a:spcPts val="1000"/>
              </a:spcBef>
              <a:buFont typeface="Arial"/>
              <a:buChar char="•"/>
              <a:defRPr/>
            </a:pPr>
            <a:r>
              <a:rPr lang="fr-FR" sz="2200" b="0">
                <a:solidFill>
                  <a:schemeClr val="accent5">
                    <a:lumMod val="75000"/>
                  </a:schemeClr>
                </a:solidFill>
              </a:rPr>
              <a:t>Une IDL décrit l'interface et génère les stubs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Restrictions liées aux RPC</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Pas de passage de paramètres par adresse / pointeur</a:t>
            </a:r>
            <a:endParaRPr lang="fr-F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sz="2200" b="0" i="0" u="none" strike="noStrike" cap="none" spc="0">
                <a:solidFill>
                  <a:schemeClr val="accent5">
                    <a:lumMod val="75000"/>
                  </a:schemeClr>
                </a:solidFill>
                <a:latin typeface="Arial"/>
                <a:ea typeface="Arial"/>
                <a:cs typeface="Arial"/>
              </a:rPr>
              <a:t>E</a:t>
            </a:r>
            <a:r>
              <a:rPr sz="2200" b="0" i="0" u="none" strike="noStrike" cap="none" spc="0">
                <a:solidFill>
                  <a:schemeClr val="accent5">
                    <a:lumMod val="75000"/>
                  </a:schemeClr>
                </a:solidFill>
                <a:latin typeface="Arial"/>
                <a:ea typeface="Arial"/>
                <a:cs typeface="Arial"/>
              </a:rPr>
              <a:t>n effet, les espaces d'adressage du client et du</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serveur sont différents donc aucun sens de passer</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une adresse</a:t>
            </a:r>
            <a:endParaRPr lang="fr-F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Gestion des pannes réseau et des délais</a:t>
            </a:r>
            <a:endParaRPr/>
          </a:p>
          <a:p>
            <a:pPr marL="457200" indent="-342900" algn="l">
              <a:lnSpc>
                <a:spcPct val="100000"/>
              </a:lnSpc>
              <a:spcBef>
                <a:spcPts val="1000"/>
              </a:spcBef>
              <a:buFont typeface="Arial"/>
              <a:buChar char="•"/>
              <a:defRPr/>
            </a:pPr>
            <a:r>
              <a:rPr lang="fr-FR" sz="2200" b="0">
                <a:solidFill>
                  <a:schemeClr val="accent5">
                    <a:lumMod val="75000"/>
                  </a:schemeClr>
                </a:solidFill>
              </a:rPr>
              <a:t>Sémantique d'exécution (au plus une / au moins une fois)</a:t>
            </a:r>
            <a:endParaRPr/>
          </a:p>
          <a:p>
            <a:pPr marL="457200" indent="-342900" algn="l">
              <a:lnSpc>
                <a:spcPct val="100000"/>
              </a:lnSpc>
              <a:spcBef>
                <a:spcPts val="1000"/>
              </a:spcBef>
              <a:buFont typeface="Arial"/>
              <a:buChar char="•"/>
              <a:defRPr/>
            </a:pPr>
            <a:r>
              <a:rPr lang="fr-FR" sz="2200" b="0">
                <a:solidFill>
                  <a:schemeClr val="accent5">
                    <a:lumMod val="75000"/>
                  </a:schemeClr>
                </a:solidFill>
              </a:rPr>
              <a:t>Hétérogénéité des représentations de données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L'implémentation Sun RPC (ONC RPC)</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5000" lnSpcReduction="3000"/>
          </a:bodyPr>
          <a:lstStyle/>
          <a:p>
            <a:pPr marL="457200" indent="-342900" algn="l">
              <a:lnSpc>
                <a:spcPct val="100000"/>
              </a:lnSpc>
              <a:spcBef>
                <a:spcPts val="1000"/>
              </a:spcBef>
              <a:buFont typeface="Arial"/>
              <a:buChar char="•"/>
              <a:defRPr/>
            </a:pPr>
            <a:r>
              <a:rPr lang="fr-FR" sz="2200" b="0">
                <a:solidFill>
                  <a:schemeClr val="accent5">
                    <a:lumMod val="75000"/>
                  </a:schemeClr>
                </a:solidFill>
              </a:rPr>
              <a:t>Technologie historique de Sun Microsystems</a:t>
            </a:r>
            <a:endParaRPr/>
          </a:p>
          <a:p>
            <a:pPr marL="457200" indent="-342900" algn="l">
              <a:lnSpc>
                <a:spcPct val="100000"/>
              </a:lnSpc>
              <a:spcBef>
                <a:spcPts val="1000"/>
              </a:spcBef>
              <a:buFont typeface="Arial"/>
              <a:buChar char="•"/>
              <a:defRPr/>
            </a:pPr>
            <a:r>
              <a:rPr lang="fr-FR" sz="2200" b="0">
                <a:solidFill>
                  <a:schemeClr val="accent5">
                    <a:lumMod val="75000"/>
                  </a:schemeClr>
                </a:solidFill>
              </a:rPr>
              <a:t>Identification par (programme, version, procédure)</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UDP ou TCP pour les communications</a:t>
            </a:r>
            <a:endParaRPr/>
          </a:p>
          <a:p>
            <a:pPr marL="457200" indent="-342900" algn="l">
              <a:lnSpc>
                <a:spcPct val="100000"/>
              </a:lnSpc>
              <a:spcBef>
                <a:spcPts val="1000"/>
              </a:spcBef>
              <a:buFont typeface="Arial"/>
              <a:buChar char="•"/>
              <a:defRPr/>
            </a:pPr>
            <a:r>
              <a:rPr lang="fr-FR" sz="2200" b="0">
                <a:solidFill>
                  <a:schemeClr val="accent5">
                    <a:lumMod val="75000"/>
                  </a:schemeClr>
                </a:solidFill>
              </a:rPr>
              <a:t>Représentation des données : XDR</a:t>
            </a:r>
            <a:endParaRPr/>
          </a:p>
          <a:p>
            <a:pPr marL="457200" indent="-342900" algn="l">
              <a:lnSpc>
                <a:spcPct val="100000"/>
              </a:lnSpc>
              <a:spcBef>
                <a:spcPts val="1000"/>
              </a:spcBef>
              <a:buFont typeface="Arial"/>
              <a:buChar char="•"/>
              <a:defRPr/>
            </a:pPr>
            <a:r>
              <a:rPr lang="fr-FR" sz="2200" b="0">
                <a:solidFill>
                  <a:schemeClr val="accent5">
                    <a:lumMod val="75000"/>
                  </a:schemeClr>
                </a:solidFill>
              </a:rPr>
              <a:t>Toujours présente sous NFS, mais datée</a:t>
            </a:r>
            <a:endParaRPr lang="fr-FR" sz="2200" b="0">
              <a:solidFill>
                <a:schemeClr val="accent5">
                  <a:lumMod val="75000"/>
                </a:schemeClr>
              </a:solidFill>
            </a:endParaRPr>
          </a:p>
          <a:p>
            <a:pPr marL="457200" indent="-342900" algn="l">
              <a:lnSpc>
                <a:spcPct val="100000"/>
              </a:lnSpc>
              <a:spcBef>
                <a:spcPts val="999"/>
              </a:spcBef>
              <a:buFont typeface="Arial"/>
              <a:buChar char="•"/>
              <a:defRPr/>
            </a:pPr>
            <a:endParaRPr/>
          </a:p>
          <a:p>
            <a:pPr marL="457200" indent="-342900" algn="l">
              <a:lnSpc>
                <a:spcPct val="100000"/>
              </a:lnSpc>
              <a:spcBef>
                <a:spcPts val="999"/>
              </a:spcBef>
              <a:buFont typeface="Arial"/>
              <a:buChar char="•"/>
              <a:defRPr/>
            </a:pPr>
            <a:r>
              <a:rPr sz="2200" b="0">
                <a:solidFill>
                  <a:schemeClr val="accent5">
                    <a:lumMod val="75000"/>
                  </a:schemeClr>
                </a:solidFill>
              </a:rPr>
              <a:t>Les Sun RPC :</a:t>
            </a:r>
            <a:endParaRP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L</a:t>
            </a:r>
            <a:r>
              <a:rPr lang="fr-FR" sz="2000" b="0" i="0" u="none" strike="noStrike" cap="none" spc="0">
                <a:solidFill>
                  <a:schemeClr val="accent5">
                    <a:lumMod val="75000"/>
                  </a:schemeClr>
                </a:solidFill>
                <a:latin typeface="Arial"/>
                <a:ea typeface="Arial"/>
                <a:cs typeface="Arial"/>
              </a:rPr>
              <a:t>e format des messages que l'appelant (stub client) émet</a:t>
            </a:r>
            <a:r>
              <a:rPr lang="fr-FR" sz="2000" b="0" i="0" u="none" strike="noStrike" cap="none" spc="0">
                <a:solidFill>
                  <a:schemeClr val="accent5">
                    <a:lumMod val="75000"/>
                  </a:schemeClr>
                </a:solidFill>
                <a:latin typeface="Arial"/>
                <a:ea typeface="Arial"/>
                <a:cs typeface="Arial"/>
              </a:rPr>
              <a:t> </a:t>
            </a:r>
            <a:r>
              <a:rPr lang="fr-FR" sz="2000" b="0" i="0" u="none" strike="noStrike" cap="none" spc="0">
                <a:solidFill>
                  <a:schemeClr val="accent5">
                    <a:lumMod val="75000"/>
                  </a:schemeClr>
                </a:solidFill>
                <a:latin typeface="Arial"/>
                <a:ea typeface="Arial"/>
                <a:cs typeface="Arial"/>
              </a:rPr>
              <a:t>pour déclencher la procédure distante sur un serveur</a:t>
            </a:r>
            <a:endParaRPr lang="fr-FR" sz="20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L</a:t>
            </a:r>
            <a:r>
              <a:rPr lang="fr-FR" sz="2000" b="0" i="0" u="none" strike="noStrike" cap="none" spc="0">
                <a:solidFill>
                  <a:schemeClr val="accent5">
                    <a:lumMod val="75000"/>
                  </a:schemeClr>
                </a:solidFill>
                <a:latin typeface="Arial"/>
                <a:ea typeface="Arial"/>
                <a:cs typeface="Arial"/>
              </a:rPr>
              <a:t>e format des arguments de la procédure</a:t>
            </a:r>
            <a:endParaRPr lang="fr-FR" sz="20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000" b="0" i="0" u="none" strike="noStrike" cap="none" spc="0">
                <a:solidFill>
                  <a:schemeClr val="accent5">
                    <a:lumMod val="75000"/>
                  </a:schemeClr>
                </a:solidFill>
                <a:latin typeface="Arial"/>
                <a:ea typeface="Arial"/>
                <a:cs typeface="Arial"/>
              </a:rPr>
              <a:t>L</a:t>
            </a:r>
            <a:r>
              <a:rPr lang="fr-FR" sz="2000" b="0" i="0" u="none" strike="noStrike" cap="none" spc="0">
                <a:solidFill>
                  <a:schemeClr val="accent5">
                    <a:lumMod val="75000"/>
                  </a:schemeClr>
                </a:solidFill>
                <a:latin typeface="Arial"/>
                <a:ea typeface="Arial"/>
                <a:cs typeface="Arial"/>
              </a:rPr>
              <a:t>e format des résultats de la procédure</a:t>
            </a:r>
            <a:endParaRPr lang="fr-F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 port mapper (rpcbind)</a:t>
            </a:r>
            <a:endParaRPr/>
          </a:p>
        </p:txBody>
      </p:sp>
      <p:pic>
        <p:nvPicPr>
          <p:cNvPr id="9012" name="img13"/>
          <p:cNvPicPr>
            <a:picLocks noChangeAspect="1"/>
          </p:cNvPicPr>
          <p:nvPr/>
        </p:nvPicPr>
        <p:blipFill>
          <a:blip r:embed="rId3"/>
          <a:stretch/>
        </p:blipFill>
        <p:spPr bwMode="auto">
          <a:xfrm flipH="0" flipV="0">
            <a:off x="2740669" y="2736373"/>
            <a:ext cx="6854072" cy="4434840"/>
          </a:xfrm>
          <a:prstGeom prst="rect">
            <a:avLst/>
          </a:prstGeom>
        </p:spPr>
      </p:pic>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
        <p:nvSpPr>
          <p:cNvPr id="1319780064" name="Content"/>
          <p:cNvSpPr>
            <a:spLocks noGrp="1"/>
          </p:cNvSpPr>
          <p:nvPr/>
        </p:nvSpPr>
        <p:spPr bwMode="auto">
          <a:xfrm flipH="0" flipV="0">
            <a:off x="838198" y="1825624"/>
            <a:ext cx="10573165" cy="4351338"/>
          </a:xfrm>
        </p:spPr>
        <p:txBody>
          <a:bodyPr vertOverflow="overflow" horzOverflow="overflow" vert="horz" wrap="square" lIns="91440" tIns="45720" rIns="91440" bIns="45720" numCol="1" spcCol="0" rtlCol="0" fromWordArt="0" anchor="t" anchorCtr="0" forceAA="0" upright="0" compatLnSpc="0">
            <a:normAutofit/>
          </a:bodyPr>
          <a:lstStyle>
            <a:lvl1pPr marL="228600" indent="-228600" algn="l" defTabSz="914400">
              <a:lnSpc>
                <a:spcPct val="90000"/>
              </a:lnSpc>
              <a:spcBef>
                <a:spcPts val="999"/>
              </a:spcBef>
              <a:buFont typeface="Arial"/>
              <a:buChar char="•"/>
              <a:defRPr sz="2800">
                <a:solidFill>
                  <a:schemeClr val="tx1"/>
                </a:solidFill>
                <a:latin typeface="+mn-lt"/>
                <a:ea typeface="+mn-ea"/>
                <a:cs typeface="+mn-cs"/>
              </a:defRPr>
            </a:lvl1pPr>
            <a:lvl2pPr marL="685800" indent="-228600" algn="l" defTabSz="914400">
              <a:lnSpc>
                <a:spcPct val="90000"/>
              </a:lnSpc>
              <a:spcBef>
                <a:spcPts val="499"/>
              </a:spcBef>
              <a:buFont typeface="Arial"/>
              <a:buChar char="•"/>
              <a:defRPr sz="2400">
                <a:solidFill>
                  <a:srgbClr val="C00000"/>
                </a:solidFill>
                <a:latin typeface="+mn-lt"/>
                <a:ea typeface="+mn-ea"/>
                <a:cs typeface="+mn-cs"/>
              </a:defRPr>
            </a:lvl2pPr>
            <a:lvl3pPr marL="1143000" indent="-228600" algn="l" defTabSz="914400">
              <a:lnSpc>
                <a:spcPct val="90000"/>
              </a:lnSpc>
              <a:spcBef>
                <a:spcPts val="499"/>
              </a:spcBef>
              <a:buFont typeface="Arial"/>
              <a:buChar char="•"/>
              <a:defRPr sz="2000">
                <a:solidFill>
                  <a:schemeClr val="accent5">
                    <a:lumMod val="75000"/>
                  </a:schemeClr>
                </a:solidFill>
                <a:latin typeface="+mn-lt"/>
                <a:ea typeface="+mn-ea"/>
                <a:cs typeface="+mn-cs"/>
              </a:defRPr>
            </a:lvl3pPr>
            <a:lvl4pPr marL="1600200" indent="-228600" algn="l" defTabSz="914400">
              <a:lnSpc>
                <a:spcPct val="90000"/>
              </a:lnSpc>
              <a:spcBef>
                <a:spcPts val="499"/>
              </a:spcBef>
              <a:buFont typeface="Arial"/>
              <a:buChar char="•"/>
              <a:defRPr sz="1800">
                <a:solidFill>
                  <a:srgbClr val="002060"/>
                </a:solidFill>
                <a:latin typeface="+mn-lt"/>
                <a:ea typeface="+mn-ea"/>
                <a:cs typeface="+mn-cs"/>
              </a:defRPr>
            </a:lvl4pPr>
            <a:lvl5pPr marL="2057400" indent="-228600" algn="l" defTabSz="914400">
              <a:lnSpc>
                <a:spcPct val="90000"/>
              </a:lnSpc>
              <a:spcBef>
                <a:spcPts val="499"/>
              </a:spcBef>
              <a:buFont typeface="Arial"/>
              <a:buChar char="•"/>
              <a:defRPr sz="1800">
                <a:solidFill>
                  <a:schemeClr val="tx1">
                    <a:lumMod val="85000"/>
                    <a:lumOff val="15000"/>
                  </a:schemeClr>
                </a:solidFill>
                <a:latin typeface="+mn-lt"/>
                <a:ea typeface="+mn-ea"/>
                <a:cs typeface="+mn-cs"/>
              </a:defRPr>
            </a:lvl5pPr>
            <a:lvl6pPr marL="2514599" indent="-228600" algn="l" defTabSz="91440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a:lnSpc>
                <a:spcPct val="90000"/>
              </a:lnSpc>
              <a:spcBef>
                <a:spcPts val="499"/>
              </a:spcBef>
              <a:buFont typeface="Arial"/>
              <a:buChar char="•"/>
              <a:defRPr sz="1800">
                <a:solidFill>
                  <a:schemeClr val="tx1"/>
                </a:solidFill>
                <a:latin typeface="+mn-lt"/>
                <a:ea typeface="+mn-ea"/>
                <a:cs typeface="+mn-cs"/>
              </a:defRPr>
            </a:lvl9pPr>
          </a:lstStyle>
          <a:p>
            <a:pPr marL="457200" indent="-342900" algn="l">
              <a:lnSpc>
                <a:spcPct val="100000"/>
              </a:lnSpc>
              <a:spcBef>
                <a:spcPts val="999"/>
              </a:spcBef>
              <a:buFont typeface="Arial"/>
              <a:buChar char="•"/>
              <a:defRPr/>
            </a:pPr>
            <a:r>
              <a:rPr lang="fr-FR" sz="2000" b="0">
                <a:solidFill>
                  <a:schemeClr val="accent5">
                    <a:lumMod val="75000"/>
                  </a:schemeClr>
                </a:solidFill>
              </a:rPr>
              <a:t>L</a:t>
            </a:r>
            <a:r>
              <a:rPr lang="fr-FR" sz="2200" b="0" i="0" u="none" strike="noStrike" cap="none" spc="0">
                <a:solidFill>
                  <a:schemeClr val="accent5">
                    <a:lumMod val="75000"/>
                  </a:schemeClr>
                </a:solidFill>
                <a:latin typeface="Arial"/>
                <a:ea typeface="Arial"/>
                <a:cs typeface="Arial"/>
              </a:rPr>
              <a:t>orsqu'un programme RPC (serveur) démarre, il alloue</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d</a:t>
            </a:r>
            <a:r>
              <a:rPr lang="fr-FR" sz="2200" b="0" i="0" u="none" strike="noStrike" cap="none" spc="0">
                <a:solidFill>
                  <a:schemeClr val="accent5">
                    <a:lumMod val="75000"/>
                  </a:schemeClr>
                </a:solidFill>
                <a:latin typeface="Arial"/>
                <a:ea typeface="Arial"/>
                <a:cs typeface="Arial"/>
              </a:rPr>
              <a:t>ynamiquement un numéro de port local, contacte le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port mapper de la machine sur laquelle il s'exécute,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puis informe ce dernier de l'association</a:t>
            </a:r>
            <a:r>
              <a:rPr sz="2200" b="0" i="0" u="none" strike="noStrike" cap="none" spc="0">
                <a:solidFill>
                  <a:schemeClr val="accent5">
                    <a:lumMod val="75000"/>
                  </a:schemeClr>
                </a:solidFill>
                <a:latin typeface="Arial"/>
                <a:ea typeface="Arial"/>
                <a:cs typeface="Arial"/>
              </a:rPr>
              <a:t> </a:t>
            </a:r>
            <a:endParaRPr lang="fr-FR" sz="1100" b="0" i="0" u="none" strike="noStrike" cap="none" spc="0">
              <a:solidFill>
                <a:schemeClr val="accent5">
                  <a:lumMod val="75000"/>
                </a:schemeClr>
              </a:solidFill>
              <a:latin typeface="Times New Roman"/>
              <a:cs typeface="Times New Roman"/>
            </a:endParaRPr>
          </a:p>
          <a:p>
            <a:pPr marL="457200" indent="-342900" algn="l">
              <a:lnSpc>
                <a:spcPct val="100000"/>
              </a:lnSpc>
              <a:spcBef>
                <a:spcPts val="999"/>
              </a:spcBef>
              <a:buFont typeface="Arial"/>
              <a:buChar char="•"/>
              <a:defRPr/>
            </a:pPr>
            <a:r>
              <a:rPr lang="fr-FR" sz="2200" b="0" i="0" u="none" strike="noStrike" cap="none" spc="0">
                <a:solidFill>
                  <a:schemeClr val="accent5">
                    <a:lumMod val="75000"/>
                  </a:schemeClr>
                </a:solidFill>
                <a:latin typeface="Arial"/>
                <a:ea typeface="Arial"/>
                <a:cs typeface="Arial"/>
              </a:rPr>
              <a:t>lorsqu'un client désire contacter un programme RPC</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sur une machine distante, il interroge d'abord le port</a:t>
            </a:r>
            <a:r>
              <a:rPr sz="2200" b="0" i="0" u="none" strike="noStrike" cap="none" spc="0">
                <a:solidFill>
                  <a:schemeClr val="accent5">
                    <a:lumMod val="75000"/>
                  </a:schemeClr>
                </a:solidFill>
                <a:latin typeface="Arial"/>
                <a:ea typeface="Arial"/>
                <a:cs typeface="Arial"/>
              </a:rPr>
              <a:t> </a:t>
            </a:r>
            <a:r>
              <a:rPr sz="2200" b="0" i="0" u="none" strike="noStrike" cap="none" spc="0">
                <a:solidFill>
                  <a:schemeClr val="accent5">
                    <a:lumMod val="75000"/>
                  </a:schemeClr>
                </a:solidFill>
                <a:latin typeface="Arial"/>
                <a:ea typeface="Arial"/>
                <a:cs typeface="Arial"/>
              </a:rPr>
              <a:t>m</a:t>
            </a:r>
            <a:r>
              <a:rPr lang="fr-FR" sz="2200" b="0" i="0" u="none" strike="noStrike" cap="none" spc="0">
                <a:solidFill>
                  <a:schemeClr val="accent5">
                    <a:lumMod val="75000"/>
                  </a:schemeClr>
                </a:solidFill>
                <a:latin typeface="Arial"/>
                <a:ea typeface="Arial"/>
                <a:cs typeface="Arial"/>
              </a:rPr>
              <a:t>apper de cette machine pour connaître le port de</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communication associé au service RPC</a:t>
            </a:r>
            <a:endParaRPr sz="2800"/>
          </a:p>
          <a:p>
            <a:pPr marL="457200" marR="0" indent="-342900" algn="l">
              <a:lnSpc>
                <a:spcPct val="100000"/>
              </a:lnSpc>
              <a:spcBef>
                <a:spcPts val="999"/>
              </a:spcBef>
              <a:spcAft>
                <a:spcPts val="0"/>
              </a:spcAft>
              <a:buFont typeface="Arial"/>
              <a:buChar char="•"/>
              <a:defRPr/>
            </a:pPr>
            <a:r>
              <a:rPr lang="fr-FR" sz="2200" b="0" i="0" u="none" strike="noStrike" cap="none" spc="0">
                <a:solidFill>
                  <a:schemeClr val="accent5">
                    <a:lumMod val="75000"/>
                  </a:schemeClr>
                </a:solidFill>
                <a:latin typeface="Arial"/>
                <a:ea typeface="Arial"/>
                <a:cs typeface="Arial"/>
              </a:rPr>
              <a:t>le port mapper est lui même un programme RPC</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(100000) mais il est le seul à utiliser un port alloué</a:t>
            </a:r>
            <a:r>
              <a:rPr sz="2200" b="0" i="0" u="none" strike="noStrike" cap="none" spc="0">
                <a:solidFill>
                  <a:schemeClr val="accent5">
                    <a:lumMod val="75000"/>
                  </a:schemeClr>
                </a:solidFill>
                <a:latin typeface="Arial"/>
                <a:ea typeface="Arial"/>
                <a:cs typeface="Arial"/>
              </a:rPr>
              <a:t> </a:t>
            </a:r>
            <a:r>
              <a:rPr lang="fr-FR" sz="2200" b="0" i="0" u="none" strike="noStrike" cap="none" spc="0">
                <a:solidFill>
                  <a:schemeClr val="accent5">
                    <a:lumMod val="75000"/>
                  </a:schemeClr>
                </a:solidFill>
                <a:latin typeface="Arial"/>
                <a:ea typeface="Arial"/>
                <a:cs typeface="Arial"/>
              </a:rPr>
              <a:t>statiquement : le port 111/UDP et le port 111/TCP</a:t>
            </a:r>
            <a:endParaRPr lang="fr-FR" sz="1100" b="0" i="0" u="none" strike="noStrike" cap="none" spc="0">
              <a:solidFill>
                <a:schemeClr val="accent5">
                  <a:lumMod val="75000"/>
                </a:schemeClr>
              </a:solidFill>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2158911" name="Title"/>
          <p:cNvSpPr txBox="1">
            <a:spLocks noGrp="1"/>
          </p:cNvSpPr>
          <p:nvPr>
            <p:ph type="title"/>
          </p:nvPr>
        </p:nvSpPr>
        <p:spPr bwMode="auto">
          <a:prstGeom prst="rect">
            <a:avLst/>
          </a:prstGeom>
        </p:spPr>
        <p:txBody>
          <a:bodyPr>
            <a:normAutofit/>
          </a:bodyPr>
          <a:lstStyle/>
          <a:p>
            <a:pPr>
              <a:defRPr/>
            </a:pPr>
            <a:r>
              <a:rPr lang="fr-FR"/>
              <a:t>Le port mapper (rpcbind)</a:t>
            </a:r>
            <a:endParaRPr/>
          </a:p>
        </p:txBody>
      </p:sp>
      <p:sp>
        <p:nvSpPr>
          <p:cNvPr id="282104924" name="Slide Number"/>
          <p:cNvSpPr txBox="1">
            <a:spLocks noGrp="1"/>
          </p:cNvSpPr>
          <p:nvPr>
            <p:ph type="sldNum" sz="quarter" idx="12"/>
          </p:nvPr>
        </p:nvSpPr>
        <p:spPr bwMode="auto">
          <a:prstGeom prst="rect">
            <a:avLst/>
          </a:prstGeom>
        </p:spPr>
        <p:txBody>
          <a:bodyPr/>
          <a:lstStyle/>
          <a:p>
            <a:pPr>
              <a:defRPr/>
            </a:pPr>
            <a:fld id="{09D30F10-4DB9-C5E7-482D-1CA885EF9065}" type="slidenum">
              <a:rPr/>
              <a:t/>
            </a:fld>
            <a:endParaRPr/>
          </a:p>
        </p:txBody>
      </p:sp>
      <p:sp>
        <p:nvSpPr>
          <p:cNvPr id="326123997" name="Date"/>
          <p:cNvSpPr>
            <a:spLocks noGrp="1"/>
          </p:cNvSpPr>
          <p:nvPr>
            <p:ph type="dt" sz="half" idx="10"/>
          </p:nvPr>
        </p:nvSpPr>
        <p:spPr bwMode="auto"/>
        <p:txBody>
          <a:bodyPr/>
          <a:lstStyle/>
          <a:p>
            <a:pPr>
              <a:defRPr/>
            </a:pPr>
            <a:fld id="{036AEE50-1ADF-C82B-F86F-9F97A91908E9}" type="datetime1">
              <a:rPr lang="fr-FR"/>
              <a:t/>
            </a:fld>
            <a:endParaRPr/>
          </a:p>
        </p:txBody>
      </p:sp>
      <p:sp>
        <p:nvSpPr>
          <p:cNvPr id="1227304286" name="Footer"/>
          <p:cNvSpPr>
            <a:spLocks noGrp="1"/>
          </p:cNvSpPr>
          <p:nvPr>
            <p:ph type="ftr" sz="quarter" idx="11"/>
          </p:nvPr>
        </p:nvSpPr>
        <p:spPr bwMode="auto"/>
        <p:txBody>
          <a:bodyPr/>
          <a:lstStyle/>
          <a:p>
            <a:pPr>
              <a:defRPr/>
            </a:pPr>
            <a:r>
              <a:rPr/>
              <a:t>CM | LD</a:t>
            </a:r>
            <a:endParaRPr/>
          </a:p>
        </p:txBody>
      </p:sp>
      <p:pic>
        <p:nvPicPr>
          <p:cNvPr id="932871670" name=""/>
          <p:cNvPicPr>
            <a:picLocks noChangeAspect="1"/>
          </p:cNvPicPr>
          <p:nvPr/>
        </p:nvPicPr>
        <p:blipFill>
          <a:blip r:embed="rId3"/>
          <a:stretch/>
        </p:blipFill>
        <p:spPr bwMode="auto">
          <a:xfrm flipH="0" flipV="0">
            <a:off x="2673370" y="1531855"/>
            <a:ext cx="6845257" cy="45197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Identification des procédures distantes</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Un programme distant correspond à un serveur avec</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ses procédures et ses données propres</a:t>
            </a:r>
            <a:endParaRPr lang="fr-FR" sz="20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Chaque programme distant est identifié par un entier</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unique codé sur 32 bits utilisé par l'appelant</a:t>
            </a:r>
            <a:endParaRPr lang="fr-FR" sz="20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400" b="0" i="0" u="none" strike="noStrike" cap="none" spc="0">
                <a:solidFill>
                  <a:schemeClr val="accent5">
                    <a:lumMod val="75000"/>
                  </a:schemeClr>
                </a:solidFill>
                <a:latin typeface="+mn-lt"/>
                <a:ea typeface="+mn-ea"/>
                <a:cs typeface="+mn-cs"/>
              </a:rPr>
              <a:t>Chaque procédure a un numéro (0 = test / ping)</a:t>
            </a:r>
            <a:endParaRPr lang="fr-FR" sz="11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Une procédure distante est identifiée par le triplet</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(program, version, procedure)</a:t>
            </a:r>
            <a:endParaRPr lang="fr-FR" sz="1800" b="0" i="0" u="none" strike="noStrike" cap="none" spc="0">
              <a:solidFill>
                <a:schemeClr val="accent5">
                  <a:lumMod val="75000"/>
                </a:schemeClr>
              </a:solidFill>
              <a:latin typeface="Arial"/>
              <a:ea typeface="Arial"/>
              <a:cs typeface="Arial"/>
            </a:endParaRPr>
          </a:p>
          <a:p>
            <a:pPr marL="857250" marR="0" lvl="1" indent="-342900" algn="l">
              <a:lnSpc>
                <a:spcPct val="10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program identifie le programme distant</a:t>
            </a:r>
            <a:endParaRP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version identifie la version du programme</a:t>
            </a:r>
            <a:endParaRP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procedure identifie la procédure</a:t>
            </a:r>
            <a:endParaRPr sz="2200"/>
          </a:p>
          <a:p>
            <a:pPr marL="114299" indent="0" algn="l">
              <a:lnSpc>
                <a:spcPct val="100000"/>
              </a:lnSpc>
              <a:spcBef>
                <a:spcPts val="1000"/>
              </a:spcBef>
              <a:buFont typeface="Arial"/>
              <a:buNone/>
              <a:defRPr/>
            </a:pPr>
            <a:endParaRPr lang="fr-FR" sz="1800" b="0">
              <a:solidFill>
                <a:schemeClr val="accent5">
                  <a:lumMod val="75000"/>
                </a:schemeClr>
              </a:solidFill>
            </a:endParaRPr>
          </a:p>
          <a:p>
            <a:pPr marL="457200" indent="-342900" algn="l">
              <a:lnSpc>
                <a:spcPct val="100000"/>
              </a:lnSpc>
              <a:spcBef>
                <a:spcPts val="1000"/>
              </a:spcBef>
              <a:buFont typeface="Arial"/>
              <a:buChar char="•"/>
              <a:defRPr/>
            </a:pPr>
            <a:r>
              <a:rPr lang="fr-FR" sz="1800" b="0">
                <a:solidFill>
                  <a:schemeClr val="accent5">
                    <a:lumMod val="75000"/>
                  </a:schemeClr>
                </a:solidFill>
              </a:rPr>
              <a:t>Le service s'enregistre auprès de rpcbind (port 111)</a:t>
            </a:r>
            <a:endParaRPr sz="2600"/>
          </a:p>
          <a:p>
            <a:pPr marL="457200" indent="-342900" algn="l">
              <a:lnSpc>
                <a:spcPct val="100000"/>
              </a:lnSpc>
              <a:spcBef>
                <a:spcPts val="1000"/>
              </a:spcBef>
              <a:buFont typeface="Arial"/>
              <a:buChar char="•"/>
              <a:defRPr/>
            </a:pPr>
            <a:r>
              <a:rPr lang="fr-FR" sz="1800" b="0">
                <a:solidFill>
                  <a:schemeClr val="accent5">
                    <a:lumMod val="75000"/>
                  </a:schemeClr>
                </a:solidFill>
              </a:rPr>
              <a:t>Le client résout le port dynamique via rpcbind</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2635114" name="Title"/>
          <p:cNvSpPr txBox="1">
            <a:spLocks noGrp="1"/>
          </p:cNvSpPr>
          <p:nvPr>
            <p:ph type="title"/>
          </p:nvPr>
        </p:nvSpPr>
        <p:spPr bwMode="auto">
          <a:prstGeom prst="rect">
            <a:avLst/>
          </a:prstGeom>
        </p:spPr>
        <p:txBody>
          <a:bodyPr>
            <a:normAutofit/>
          </a:bodyPr>
          <a:lstStyle/>
          <a:p>
            <a:pPr>
              <a:defRPr/>
            </a:pPr>
            <a:r>
              <a:rPr lang="fr-FR"/>
              <a:t>Identification des procédures distantes</a:t>
            </a:r>
            <a:endParaRPr/>
          </a:p>
        </p:txBody>
      </p:sp>
      <p:sp>
        <p:nvSpPr>
          <p:cNvPr id="1664443309"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Un programme distant correspond à un serveur avec</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ses procédures et ses données propres</a:t>
            </a:r>
            <a:endParaRPr lang="fr-FR" sz="20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1800" b="0" i="0" u="none" strike="noStrike" cap="none" spc="0">
                <a:solidFill>
                  <a:schemeClr val="accent5">
                    <a:lumMod val="75000"/>
                  </a:schemeClr>
                </a:solidFill>
                <a:latin typeface="Arial"/>
                <a:ea typeface="Arial"/>
                <a:cs typeface="Arial"/>
              </a:rPr>
              <a:t>Chaque programme distant est identifié par un entier</a:t>
            </a:r>
            <a:r>
              <a:rPr lang="fr-FR" sz="1800" b="0" i="0" u="none" strike="noStrike" cap="none" spc="0">
                <a:solidFill>
                  <a:schemeClr val="accent5">
                    <a:lumMod val="75000"/>
                  </a:schemeClr>
                </a:solidFill>
                <a:latin typeface="Arial"/>
                <a:ea typeface="Arial"/>
                <a:cs typeface="Arial"/>
              </a:rPr>
              <a:t> </a:t>
            </a:r>
            <a:r>
              <a:rPr lang="fr-FR" sz="1800" b="0" i="0" u="none" strike="noStrike" cap="none" spc="0">
                <a:solidFill>
                  <a:schemeClr val="accent5">
                    <a:lumMod val="75000"/>
                  </a:schemeClr>
                </a:solidFill>
                <a:latin typeface="Arial"/>
                <a:ea typeface="Arial"/>
                <a:cs typeface="Arial"/>
              </a:rPr>
              <a:t>unique codé sur 32 bits utilisé par l'appelant</a:t>
            </a:r>
            <a:endParaRPr lang="fr-FR" sz="20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1400" b="0" i="0" u="none" strike="noStrike" cap="none" spc="0">
                <a:solidFill>
                  <a:schemeClr val="accent5">
                    <a:lumMod val="75000"/>
                  </a:schemeClr>
                </a:solidFill>
                <a:latin typeface="Arial"/>
                <a:ea typeface="Arial"/>
                <a:cs typeface="Arial"/>
              </a:rPr>
              <a:t>Chaque procédure a un numéro (0 = test / ping)</a:t>
            </a:r>
            <a:endParaRPr lang="fr-FR" sz="1100" b="0" i="0" u="none" strike="noStrike" cap="none" spc="0">
              <a:solidFill>
                <a:schemeClr val="accent5">
                  <a:lumMod val="75000"/>
                </a:schemeClr>
              </a:solidFill>
              <a:latin typeface="Arial"/>
              <a:cs typeface="Arial"/>
            </a:endParaRPr>
          </a:p>
        </p:txBody>
      </p:sp>
      <p:sp>
        <p:nvSpPr>
          <p:cNvPr id="1812938761" name="Slide Number"/>
          <p:cNvSpPr txBox="1">
            <a:spLocks noGrp="1"/>
          </p:cNvSpPr>
          <p:nvPr>
            <p:ph type="sldNum" sz="quarter" idx="2"/>
          </p:nvPr>
        </p:nvSpPr>
        <p:spPr bwMode="auto">
          <a:prstGeom prst="rect">
            <a:avLst/>
          </a:prstGeom>
        </p:spPr>
        <p:txBody>
          <a:bodyPr/>
          <a:lstStyle/>
          <a:p>
            <a:pPr>
              <a:defRPr/>
            </a:pPr>
            <a:fld id="{0E1FEFA5-BF4E-79A5-CA63-6BAB4DCF1288}" type="slidenum">
              <a:rPr/>
              <a:t/>
            </a:fld>
            <a:endParaRPr/>
          </a:p>
        </p:txBody>
      </p:sp>
      <p:sp>
        <p:nvSpPr>
          <p:cNvPr id="964982125" name="Date"/>
          <p:cNvSpPr>
            <a:spLocks noGrp="1"/>
          </p:cNvSpPr>
          <p:nvPr>
            <p:ph type="dt" sz="half" idx="10"/>
          </p:nvPr>
        </p:nvSpPr>
        <p:spPr bwMode="auto"/>
        <p:txBody>
          <a:bodyPr/>
          <a:lstStyle/>
          <a:p>
            <a:pPr>
              <a:defRPr/>
            </a:pPr>
            <a:fld id="{BBCDA525-41EC-C62C-560C-2F66EE18E1EE}" type="datetime1">
              <a:rPr lang="fr-FR"/>
              <a:t/>
            </a:fld>
            <a:endParaRPr/>
          </a:p>
        </p:txBody>
      </p:sp>
      <p:sp>
        <p:nvSpPr>
          <p:cNvPr id="271774582" name="Footer"/>
          <p:cNvSpPr>
            <a:spLocks noGrp="1"/>
          </p:cNvSpPr>
          <p:nvPr>
            <p:ph type="ftr" sz="quarter" idx="11"/>
          </p:nvPr>
        </p:nvSpPr>
        <p:spPr bwMode="auto"/>
        <p:txBody>
          <a:bodyPr/>
          <a:lstStyle/>
          <a:p>
            <a:pPr>
              <a:defRPr/>
            </a:pPr>
            <a:r>
              <a:rPr/>
              <a:t>CM | LD</a:t>
            </a:r>
            <a:endParaRPr/>
          </a:p>
        </p:txBody>
      </p:sp>
      <p:pic>
        <p:nvPicPr>
          <p:cNvPr id="1477031947" name=""/>
          <p:cNvPicPr>
            <a:picLocks noChangeAspect="1"/>
          </p:cNvPicPr>
          <p:nvPr/>
        </p:nvPicPr>
        <p:blipFill>
          <a:blip r:embed="rId3"/>
          <a:stretch/>
        </p:blipFill>
        <p:spPr bwMode="auto">
          <a:xfrm flipH="0" flipV="0">
            <a:off x="3139801" y="3006105"/>
            <a:ext cx="5912396" cy="351454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 sémantique « au moins une fois »</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En UDP, une requête peut être renvoyée après expiration d'un délai</a:t>
            </a:r>
            <a:endParaRPr/>
          </a:p>
          <a:p>
            <a:pPr marL="457200" indent="-342900" algn="l">
              <a:lnSpc>
                <a:spcPct val="100000"/>
              </a:lnSpc>
              <a:spcBef>
                <a:spcPts val="1000"/>
              </a:spcBef>
              <a:buFont typeface="Arial"/>
              <a:buChar char="•"/>
              <a:defRPr/>
            </a:pPr>
            <a:r>
              <a:rPr lang="fr-FR" sz="2200" b="0">
                <a:solidFill>
                  <a:schemeClr val="accent5">
                    <a:lumMod val="75000"/>
                  </a:schemeClr>
                </a:solidFill>
              </a:rPr>
              <a:t>La procédure peut donc être exécutée plusieurs fois</a:t>
            </a:r>
            <a:endParaRPr/>
          </a:p>
          <a:p>
            <a:pPr marL="457200" indent="-342900" algn="l">
              <a:lnSpc>
                <a:spcPct val="100000"/>
              </a:lnSpc>
              <a:spcBef>
                <a:spcPts val="1000"/>
              </a:spcBef>
              <a:buFont typeface="Arial"/>
              <a:buChar char="•"/>
              <a:defRPr/>
            </a:pPr>
            <a:r>
              <a:rPr lang="fr-FR" sz="2200" b="0">
                <a:solidFill>
                  <a:schemeClr val="accent5">
                    <a:lumMod val="75000"/>
                  </a:schemeClr>
                </a:solidFill>
              </a:rPr>
              <a:t>Convient aux opérations idempotentes</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concepteur doit en tenir compte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Format des messages RPC</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Message d'appel (CALL) et de réponse (REPLY)</a:t>
            </a:r>
            <a:endParaRPr/>
          </a:p>
          <a:p>
            <a:pPr marL="457200" indent="-342900" algn="l">
              <a:lnSpc>
                <a:spcPct val="100000"/>
              </a:lnSpc>
              <a:spcBef>
                <a:spcPts val="1000"/>
              </a:spcBef>
              <a:buFont typeface="Arial"/>
              <a:buChar char="•"/>
              <a:defRPr/>
            </a:pPr>
            <a:r>
              <a:rPr lang="fr-FR" sz="2200" b="0">
                <a:solidFill>
                  <a:schemeClr val="accent5">
                    <a:lumMod val="75000"/>
                  </a:schemeClr>
                </a:solidFill>
              </a:rPr>
              <a:t>Identifiant de transaction (XID) pour apparier appel et réponse</a:t>
            </a:r>
            <a:endParaRPr/>
          </a:p>
          <a:p>
            <a:pPr marL="457200" indent="-342900" algn="l">
              <a:lnSpc>
                <a:spcPct val="100000"/>
              </a:lnSpc>
              <a:spcBef>
                <a:spcPts val="1000"/>
              </a:spcBef>
              <a:buFont typeface="Arial"/>
              <a:buChar char="•"/>
              <a:defRPr/>
            </a:pPr>
            <a:r>
              <a:rPr lang="fr-FR" sz="2200" b="0">
                <a:solidFill>
                  <a:schemeClr val="accent5">
                    <a:lumMod val="75000"/>
                  </a:schemeClr>
                </a:solidFill>
              </a:rPr>
              <a:t>Réponses : succès, programme/procédure inconnu, erreur d'authentification</a:t>
            </a:r>
            <a:endParaRPr/>
          </a:p>
          <a:p>
            <a:pPr marL="457200" indent="-342900" algn="l">
              <a:lnSpc>
                <a:spcPct val="100000"/>
              </a:lnSpc>
              <a:spcBef>
                <a:spcPts val="1000"/>
              </a:spcBef>
              <a:buFont typeface="Arial"/>
              <a:buChar char="•"/>
              <a:defRPr/>
            </a:pPr>
            <a:r>
              <a:rPr lang="fr-FR" sz="2200" b="0">
                <a:solidFill>
                  <a:schemeClr val="accent5">
                    <a:lumMod val="75000"/>
                  </a:schemeClr>
                </a:solidFill>
              </a:rPr>
              <a:t>Authentification optionnelle (AUTH_SYS, etc.)</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1991013251" name=""/>
          <p:cNvPicPr>
            <a:picLocks noChangeAspect="1"/>
          </p:cNvPicPr>
          <p:nvPr/>
        </p:nvPicPr>
        <p:blipFill>
          <a:blip r:embed="rId3"/>
          <a:stretch/>
        </p:blipFill>
        <p:spPr bwMode="auto">
          <a:xfrm flipH="0" flipV="0">
            <a:off x="2995476" y="3658292"/>
            <a:ext cx="5342358" cy="288061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La représentation XDR</a:t>
            </a:r>
            <a:endParaRPr/>
          </a:p>
        </p:txBody>
      </p:sp>
      <p:sp>
        <p:nvSpPr>
          <p:cNvPr id="9011"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70000" lnSpcReduction="6000"/>
          </a:bodyPr>
          <a:lstStyle/>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Format pivot pour échanger des données hétérogènes</a:t>
            </a:r>
            <a:endParaRPr lang="fr-FR" sz="1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Taille et codage fixés (ex. entier sur 4 octets, big-endian)</a:t>
            </a:r>
            <a:endParaRPr lang="fr-FR" sz="1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Sérialise entiers, chaînes, structures, tableaux</a:t>
            </a:r>
            <a:endParaRPr lang="fr-FR" sz="1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sz="2400" b="0" i="0" u="none" strike="noStrike" cap="none" spc="0">
                <a:solidFill>
                  <a:schemeClr val="accent5">
                    <a:lumMod val="75000"/>
                  </a:schemeClr>
                </a:solidFill>
                <a:latin typeface="Arial"/>
                <a:ea typeface="Arial"/>
                <a:cs typeface="Arial"/>
              </a:rPr>
              <a:t>Autres types de représentations</a:t>
            </a:r>
            <a:r>
              <a:rPr lang="fr-FR" sz="2400" b="0" i="0" u="none" strike="noStrike" cap="none" spc="0">
                <a:solidFill>
                  <a:schemeClr val="accent5">
                    <a:lumMod val="75000"/>
                  </a:schemeClr>
                </a:solidFill>
                <a:latin typeface="Arial"/>
                <a:ea typeface="Arial"/>
                <a:cs typeface="Arial"/>
              </a:rPr>
              <a:t> : Protocol Buffers, JSON, MessagePack</a:t>
            </a:r>
            <a:endParaRPr lang="fr-FR" sz="1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endParaRPr lang="fr-FR" sz="1400" b="0" i="0" u="none" strike="noStrike" cap="none" spc="0">
              <a:solidFill>
                <a:schemeClr val="accent5">
                  <a:lumMod val="75000"/>
                </a:schemeClr>
              </a:solidFill>
              <a:latin typeface="Arial"/>
              <a:cs typeface="Arial"/>
            </a:endParaRPr>
          </a:p>
          <a:p>
            <a:pPr marL="457200" marR="0"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Pourquoi XDR ?</a:t>
            </a:r>
            <a:endParaRPr lang="fr-F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répond au problème d'échange d'informations typées ou</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structurées entre deux machines hétérogènes dans la</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représentation locale des données</a:t>
            </a:r>
            <a:endParaRPr lang="fr-F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exemple : un entier de 32 bits ayant la valeur 260 sera</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représenté par :</a:t>
            </a:r>
            <a:endParaRPr lang="fr-FR" sz="1400" b="0" i="0" u="none" strike="noStrike" cap="none" spc="0">
              <a:solidFill>
                <a:schemeClr val="accent5">
                  <a:lumMod val="75000"/>
                </a:schemeClr>
              </a:solidFill>
              <a:latin typeface="Arial"/>
              <a:cs typeface="Arial"/>
            </a:endParaRPr>
          </a:p>
          <a:p>
            <a:pPr marL="1257299" marR="0" lvl="3" indent="-342900" algn="l">
              <a:lnSpc>
                <a:spcPct val="100000"/>
              </a:lnSpc>
              <a:spcBef>
                <a:spcPts val="999"/>
              </a:spcBef>
              <a:spcAft>
                <a:spcPts val="0"/>
              </a:spcAft>
              <a:buFont typeface="Arial"/>
              <a:buChar char="•"/>
              <a:defRPr/>
            </a:pPr>
            <a:r>
              <a:rPr lang="fr-FR" sz="1100" b="0" i="0" u="none" strike="noStrike" cap="none" spc="0">
                <a:solidFill>
                  <a:schemeClr val="accent5">
                    <a:lumMod val="75000"/>
                  </a:schemeClr>
                </a:solidFill>
                <a:latin typeface="Arial"/>
                <a:ea typeface="Arial"/>
                <a:cs typeface="Arial"/>
              </a:rPr>
              <a:t>00000104h sur une machine de type "</a:t>
            </a:r>
            <a:r>
              <a:rPr lang="fr-FR" sz="1100" b="0" i="0" u="none" strike="noStrike" cap="none" spc="0">
                <a:solidFill>
                  <a:schemeClr val="accent5">
                    <a:lumMod val="75000"/>
                  </a:schemeClr>
                </a:solidFill>
                <a:latin typeface="Arial"/>
                <a:ea typeface="Arial"/>
                <a:cs typeface="Arial"/>
              </a:rPr>
              <a:t> </a:t>
            </a:r>
            <a:r>
              <a:rPr lang="fr-FR" sz="1100" b="0" i="0" u="none" strike="noStrike" cap="none" spc="0">
                <a:solidFill>
                  <a:schemeClr val="accent5">
                    <a:lumMod val="75000"/>
                  </a:schemeClr>
                </a:solidFill>
                <a:latin typeface="Arial"/>
                <a:ea typeface="Arial"/>
                <a:cs typeface="Arial"/>
              </a:rPr>
              <a:t>big endian" c'est</a:t>
            </a:r>
            <a:r>
              <a:rPr lang="fr-FR" sz="1100" b="0" i="0" u="none" strike="noStrike" cap="none" spc="0">
                <a:solidFill>
                  <a:schemeClr val="accent5">
                    <a:lumMod val="75000"/>
                  </a:schemeClr>
                </a:solidFill>
                <a:latin typeface="Arial"/>
                <a:ea typeface="Arial"/>
                <a:cs typeface="Arial"/>
              </a:rPr>
              <a:t> </a:t>
            </a:r>
            <a:r>
              <a:rPr lang="fr-FR" sz="1100" b="0" i="0" u="none" strike="noStrike" cap="none" spc="0">
                <a:solidFill>
                  <a:schemeClr val="accent5">
                    <a:lumMod val="75000"/>
                  </a:schemeClr>
                </a:solidFill>
                <a:latin typeface="Arial"/>
                <a:ea typeface="Arial"/>
                <a:cs typeface="Arial"/>
              </a:rPr>
              <a:t>à dire avec les</a:t>
            </a:r>
            <a:r>
              <a:rPr lang="fr-FR" sz="1100" b="0" i="0" u="none" strike="noStrike" cap="none" spc="0">
                <a:solidFill>
                  <a:schemeClr val="accent5">
                    <a:lumMod val="75000"/>
                  </a:schemeClr>
                </a:solidFill>
                <a:latin typeface="Arial"/>
                <a:ea typeface="Arial"/>
                <a:cs typeface="Arial"/>
              </a:rPr>
              <a:t> </a:t>
            </a:r>
            <a:r>
              <a:rPr lang="fr-FR" sz="1100" b="0" i="0" u="none" strike="noStrike" cap="none" spc="0">
                <a:solidFill>
                  <a:schemeClr val="accent5">
                    <a:lumMod val="75000"/>
                  </a:schemeClr>
                </a:solidFill>
                <a:latin typeface="Arial"/>
                <a:ea typeface="Arial"/>
                <a:cs typeface="Arial"/>
              </a:rPr>
              <a:t>Most Significant Bytes ayant les adresses</a:t>
            </a:r>
            <a:r>
              <a:rPr lang="fr-FR" sz="1100" b="0" i="0" u="none" strike="noStrike" cap="none" spc="0">
                <a:solidFill>
                  <a:schemeClr val="accent5">
                    <a:lumMod val="75000"/>
                  </a:schemeClr>
                </a:solidFill>
                <a:latin typeface="Arial"/>
                <a:ea typeface="Arial"/>
                <a:cs typeface="Arial"/>
              </a:rPr>
              <a:t> </a:t>
            </a:r>
            <a:r>
              <a:rPr lang="fr-FR" sz="1100" b="0" i="0" u="none" strike="noStrike" cap="none" spc="0">
                <a:solidFill>
                  <a:schemeClr val="accent5">
                    <a:lumMod val="75000"/>
                  </a:schemeClr>
                </a:solidFill>
                <a:latin typeface="Arial"/>
                <a:ea typeface="Arial"/>
                <a:cs typeface="Arial"/>
              </a:rPr>
              <a:t>basses et les LSB ayant les adresses hautes</a:t>
            </a:r>
            <a:endParaRPr lang="fr-FR" sz="1400" b="0" i="0" u="none" strike="noStrike" cap="none" spc="0">
              <a:solidFill>
                <a:schemeClr val="accent5">
                  <a:lumMod val="75000"/>
                </a:schemeClr>
              </a:solidFill>
              <a:latin typeface="Arial"/>
              <a:cs typeface="Arial"/>
            </a:endParaRPr>
          </a:p>
          <a:p>
            <a:pPr marL="1257299" marR="0" lvl="3" indent="-342900" algn="l">
              <a:lnSpc>
                <a:spcPct val="100000"/>
              </a:lnSpc>
              <a:spcBef>
                <a:spcPts val="999"/>
              </a:spcBef>
              <a:spcAft>
                <a:spcPts val="0"/>
              </a:spcAft>
              <a:buFont typeface="Arial"/>
              <a:buChar char="•"/>
              <a:defRPr/>
            </a:pPr>
            <a:r>
              <a:rPr lang="fr-FR" sz="1100" b="0" i="0" u="none" strike="noStrike" cap="none" spc="0">
                <a:solidFill>
                  <a:schemeClr val="accent5">
                    <a:lumMod val="75000"/>
                  </a:schemeClr>
                </a:solidFill>
                <a:latin typeface="Arial"/>
                <a:ea typeface="Arial"/>
                <a:cs typeface="Arial"/>
              </a:rPr>
              <a:t>40100000h sur une machine de type "</a:t>
            </a:r>
            <a:r>
              <a:rPr lang="fr-FR" sz="1100" b="0" i="0" u="none" strike="noStrike" cap="none" spc="0">
                <a:solidFill>
                  <a:schemeClr val="accent5">
                    <a:lumMod val="75000"/>
                  </a:schemeClr>
                </a:solidFill>
                <a:latin typeface="Arial"/>
                <a:ea typeface="Arial"/>
                <a:cs typeface="Arial"/>
              </a:rPr>
              <a:t> </a:t>
            </a:r>
            <a:r>
              <a:rPr lang="fr-FR" sz="1100" b="0" i="0" u="none" strike="noStrike" cap="none" spc="0">
                <a:solidFill>
                  <a:schemeClr val="accent5">
                    <a:lumMod val="75000"/>
                  </a:schemeClr>
                </a:solidFill>
                <a:latin typeface="Arial"/>
                <a:ea typeface="Arial"/>
                <a:cs typeface="Arial"/>
              </a:rPr>
              <a:t>little endian"</a:t>
            </a:r>
            <a:endParaRPr lang="fr-FR" sz="1400" b="0" i="0" u="none" strike="noStrike" cap="none" spc="0">
              <a:solidFill>
                <a:schemeClr val="accent5">
                  <a:lumMod val="75000"/>
                </a:schemeClr>
              </a:solidFill>
              <a:latin typeface="Arial"/>
              <a:cs typeface="Arial"/>
            </a:endParaRPr>
          </a:p>
          <a:p>
            <a:pPr marL="857250" marR="0" lvl="1" indent="-342900" algn="l">
              <a:lnSpc>
                <a:spcPct val="100000"/>
              </a:lnSpc>
              <a:spcBef>
                <a:spcPts val="999"/>
              </a:spcBef>
              <a:spcAft>
                <a:spcPts val="0"/>
              </a:spcAft>
              <a:buFont typeface="Arial"/>
              <a:buChar char="•"/>
              <a:defRPr/>
            </a:pPr>
            <a:r>
              <a:rPr lang="fr-FR" sz="2400" b="0" i="0" u="none" strike="noStrike" cap="none" spc="0">
                <a:solidFill>
                  <a:schemeClr val="accent5">
                    <a:lumMod val="75000"/>
                  </a:schemeClr>
                </a:solidFill>
                <a:latin typeface="Arial"/>
                <a:ea typeface="Arial"/>
                <a:cs typeface="Arial"/>
              </a:rPr>
              <a:t>il faut adopter une représentation réseau et convertir sur</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les extrémités les représentations locales en représentation</a:t>
            </a:r>
            <a:r>
              <a:rPr lang="fr-FR" sz="2400" b="0" i="0" u="none" strike="noStrike" cap="none" spc="0">
                <a:solidFill>
                  <a:schemeClr val="accent5">
                    <a:lumMod val="75000"/>
                  </a:schemeClr>
                </a:solidFill>
                <a:latin typeface="Arial"/>
                <a:ea typeface="Arial"/>
                <a:cs typeface="Arial"/>
              </a:rPr>
              <a:t> </a:t>
            </a:r>
            <a:r>
              <a:rPr lang="fr-FR" sz="2400" b="0" i="0" u="none" strike="noStrike" cap="none" spc="0">
                <a:solidFill>
                  <a:schemeClr val="accent5">
                    <a:lumMod val="75000"/>
                  </a:schemeClr>
                </a:solidFill>
                <a:latin typeface="Arial"/>
                <a:ea typeface="Arial"/>
                <a:cs typeface="Arial"/>
              </a:rPr>
              <a:t>réseau et vice-versa</a:t>
            </a:r>
            <a:endParaRPr lang="fr-FR" sz="1400" b="0" i="0" u="none" strike="noStrike" cap="none" spc="0">
              <a:solidFill>
                <a:schemeClr val="accent5">
                  <a:lumMod val="75000"/>
                </a:schemeClr>
              </a:solidFill>
              <a:latin typeface="Arial"/>
              <a:cs typeface="Arial"/>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8350428" name="Title"/>
          <p:cNvSpPr txBox="1">
            <a:spLocks noGrp="1"/>
          </p:cNvSpPr>
          <p:nvPr>
            <p:ph type="title"/>
          </p:nvPr>
        </p:nvSpPr>
        <p:spPr bwMode="auto">
          <a:prstGeom prst="rect">
            <a:avLst/>
          </a:prstGeom>
        </p:spPr>
        <p:txBody>
          <a:bodyPr>
            <a:normAutofit/>
          </a:bodyPr>
          <a:lstStyle/>
          <a:p>
            <a:pPr>
              <a:defRPr/>
            </a:pPr>
            <a:r>
              <a:rPr lang="fr-FR"/>
              <a:t>La représentation XDR</a:t>
            </a:r>
            <a:endParaRPr/>
          </a:p>
        </p:txBody>
      </p:sp>
      <p:sp>
        <p:nvSpPr>
          <p:cNvPr id="292428318" name="Content"/>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endParaRPr/>
          </a:p>
        </p:txBody>
      </p:sp>
      <p:sp>
        <p:nvSpPr>
          <p:cNvPr id="1333867236" name="Slide Number"/>
          <p:cNvSpPr txBox="1">
            <a:spLocks noGrp="1"/>
          </p:cNvSpPr>
          <p:nvPr>
            <p:ph type="sldNum" sz="quarter" idx="2"/>
          </p:nvPr>
        </p:nvSpPr>
        <p:spPr bwMode="auto">
          <a:prstGeom prst="rect">
            <a:avLst/>
          </a:prstGeom>
        </p:spPr>
        <p:txBody>
          <a:bodyPr/>
          <a:lstStyle/>
          <a:p>
            <a:pPr>
              <a:defRPr/>
            </a:pPr>
            <a:fld id="{B9D47A3E-F1CE-D1C7-C3B2-79CA1003B026}" type="slidenum">
              <a:rPr/>
              <a:t/>
            </a:fld>
            <a:endParaRPr/>
          </a:p>
        </p:txBody>
      </p:sp>
      <p:sp>
        <p:nvSpPr>
          <p:cNvPr id="91057296" name="Date"/>
          <p:cNvSpPr>
            <a:spLocks noGrp="1"/>
          </p:cNvSpPr>
          <p:nvPr>
            <p:ph type="dt" sz="half" idx="10"/>
          </p:nvPr>
        </p:nvSpPr>
        <p:spPr bwMode="auto"/>
        <p:txBody>
          <a:bodyPr/>
          <a:lstStyle/>
          <a:p>
            <a:pPr>
              <a:defRPr/>
            </a:pPr>
            <a:fld id="{C95735F6-ADFC-6EC9-04FD-810DFBD3BD71}" type="datetime1">
              <a:rPr lang="fr-FR"/>
              <a:t/>
            </a:fld>
            <a:endParaRPr/>
          </a:p>
        </p:txBody>
      </p:sp>
      <p:sp>
        <p:nvSpPr>
          <p:cNvPr id="1100802071" name="Footer"/>
          <p:cNvSpPr>
            <a:spLocks noGrp="1"/>
          </p:cNvSpPr>
          <p:nvPr>
            <p:ph type="ftr" sz="quarter" idx="11"/>
          </p:nvPr>
        </p:nvSpPr>
        <p:spPr bwMode="auto"/>
        <p:txBody>
          <a:bodyPr/>
          <a:lstStyle/>
          <a:p>
            <a:pPr>
              <a:defRPr/>
            </a:pPr>
            <a:r>
              <a:rPr/>
              <a:t>CM | LD</a:t>
            </a:r>
            <a:endParaRPr/>
          </a:p>
        </p:txBody>
      </p:sp>
      <p:pic>
        <p:nvPicPr>
          <p:cNvPr id="803436516" name=""/>
          <p:cNvPicPr>
            <a:picLocks noChangeAspect="1"/>
          </p:cNvPicPr>
          <p:nvPr/>
        </p:nvPicPr>
        <p:blipFill>
          <a:blip r:embed="rId3"/>
          <a:stretch/>
        </p:blipFill>
        <p:spPr bwMode="auto">
          <a:xfrm flipH="0" flipV="0">
            <a:off x="2467159" y="1975894"/>
            <a:ext cx="7257680" cy="40507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Les RPC sous UNIX (pratique)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Fichier de description .x (langage IDL)</a:t>
            </a:r>
            <a:endParaRPr/>
          </a:p>
          <a:p>
            <a:pPr marL="457200" indent="-342900" algn="l">
              <a:lnSpc>
                <a:spcPct val="100000"/>
              </a:lnSpc>
              <a:spcBef>
                <a:spcPts val="1000"/>
              </a:spcBef>
              <a:buFont typeface="Arial"/>
              <a:buChar char="•"/>
              <a:defRPr/>
            </a:pPr>
            <a:r>
              <a:rPr lang="fr-FR" sz="2200" b="0">
                <a:solidFill>
                  <a:schemeClr val="accent5">
                    <a:lumMod val="75000"/>
                  </a:schemeClr>
                </a:solidFill>
              </a:rPr>
              <a:t>rpcgen génère les stubs client/serveur et les routines XDR</a:t>
            </a:r>
            <a:endParaRPr/>
          </a:p>
          <a:p>
            <a:pPr marL="457200" indent="-342900" algn="l">
              <a:lnSpc>
                <a:spcPct val="100000"/>
              </a:lnSpc>
              <a:spcBef>
                <a:spcPts val="1000"/>
              </a:spcBef>
              <a:buFont typeface="Arial"/>
              <a:buChar char="•"/>
              <a:defRPr/>
            </a:pPr>
            <a:r>
              <a:rPr sz="2200" b="0">
                <a:solidFill>
                  <a:schemeClr val="accent5">
                    <a:lumMod val="75000"/>
                  </a:schemeClr>
                </a:solidFill>
              </a:rPr>
              <a:t>La commande </a:t>
            </a:r>
            <a:r>
              <a:rPr lang="fr-FR" sz="2200" b="0">
                <a:solidFill>
                  <a:schemeClr val="accent5">
                    <a:lumMod val="75000"/>
                  </a:schemeClr>
                </a:solidFill>
              </a:rPr>
              <a:t>rpcinfo interroge le rpcbind d'une machine</a:t>
            </a:r>
            <a:endParaRPr lang="fr-FR" sz="2200" b="0">
              <a:solidFill>
                <a:schemeClr val="accent5">
                  <a:lumMod val="75000"/>
                </a:schemeClr>
              </a:solidFill>
            </a:endParaRPr>
          </a:p>
          <a:p>
            <a:pPr marL="857250" marR="0" lvl="1" indent="-342900" algn="l">
              <a:lnSpc>
                <a:spcPct val="100000"/>
              </a:lnSpc>
              <a:spcBef>
                <a:spcPts val="999"/>
              </a:spcBef>
              <a:spcAft>
                <a:spcPts val="0"/>
              </a:spcAft>
              <a:buFont typeface="Arial"/>
              <a:buChar char="•"/>
              <a:defRPr/>
            </a:pPr>
            <a:r>
              <a:rPr sz="1800" b="0" i="0" u="none" strike="noStrike" cap="none" spc="0">
                <a:solidFill>
                  <a:schemeClr val="accent5">
                    <a:lumMod val="75000"/>
                  </a:schemeClr>
                </a:solidFill>
                <a:latin typeface="Arial"/>
                <a:ea typeface="Arial"/>
                <a:cs typeface="Arial"/>
              </a:rPr>
              <a:t>permet de s'assurer de la disponibilité d'un service RPC </a:t>
            </a:r>
            <a:r>
              <a:rPr sz="1800" b="0" i="0" u="none" strike="noStrike" cap="none" spc="0">
                <a:solidFill>
                  <a:schemeClr val="accent5">
                    <a:lumMod val="75000"/>
                  </a:schemeClr>
                </a:solidFill>
                <a:latin typeface="Arial"/>
                <a:ea typeface="Arial"/>
                <a:cs typeface="Arial"/>
              </a:rPr>
              <a:t>particulier (exécution de la procédure 0 du service)</a:t>
            </a:r>
            <a:endParaRPr sz="2200" b="0" i="0" u="none" strike="noStrike" cap="none" spc="0">
              <a:solidFill>
                <a:schemeClr val="accent5">
                  <a:lumMod val="75000"/>
                </a:schemeClr>
              </a:solidFill>
              <a:latin typeface="Arial"/>
              <a:cs typeface="Arial"/>
            </a:endParaRPr>
          </a:p>
          <a:p>
            <a:pPr marL="1257299" marR="0" lvl="2" indent="-342900" algn="l">
              <a:lnSpc>
                <a:spcPct val="100000"/>
              </a:lnSpc>
              <a:spcBef>
                <a:spcPts val="999"/>
              </a:spcBef>
              <a:spcAft>
                <a:spcPts val="0"/>
              </a:spcAft>
              <a:buFont typeface="Arial"/>
              <a:buChar char="•"/>
              <a:defRPr/>
            </a:pPr>
            <a:r>
              <a:rPr sz="1400" b="0" i="0" u="none" strike="noStrike" cap="none" spc="0">
                <a:solidFill>
                  <a:schemeClr val="accent5">
                    <a:lumMod val="75000"/>
                  </a:schemeClr>
                </a:solidFill>
                <a:latin typeface="Arial"/>
                <a:ea typeface="Arial"/>
                <a:cs typeface="Arial"/>
              </a:rPr>
              <a:t>rpcinfo -u host</a:t>
            </a:r>
            <a:r>
              <a:rPr sz="1400" b="0" i="0" u="none" strike="noStrike" cap="none" spc="0">
                <a:solidFill>
                  <a:schemeClr val="accent5">
                    <a:lumMod val="75000"/>
                  </a:schemeClr>
                </a:solidFill>
                <a:latin typeface="Arial"/>
                <a:ea typeface="Arial"/>
                <a:cs typeface="Arial"/>
              </a:rPr>
              <a:t>_ip</a:t>
            </a:r>
            <a:r>
              <a:rPr sz="1400" b="0" i="0" u="none" strike="noStrike" cap="none" spc="0">
                <a:solidFill>
                  <a:schemeClr val="accent5">
                    <a:lumMod val="75000"/>
                  </a:schemeClr>
                </a:solidFill>
                <a:latin typeface="Arial"/>
                <a:ea typeface="Arial"/>
                <a:cs typeface="Arial"/>
              </a:rPr>
              <a:t> prog_num [ver_num] (UDP)</a:t>
            </a:r>
            <a:endParaRPr sz="2200" b="0" i="0" u="none" strike="noStrike" cap="none" spc="0">
              <a:solidFill>
                <a:schemeClr val="accent5">
                  <a:lumMod val="75000"/>
                </a:schemeClr>
              </a:solidFill>
              <a:latin typeface="Arial"/>
              <a:cs typeface="Arial"/>
            </a:endParaRPr>
          </a:p>
          <a:p>
            <a:pPr marL="1257299" marR="0" lvl="3" indent="-342900" algn="l">
              <a:lnSpc>
                <a:spcPct val="100000"/>
              </a:lnSpc>
              <a:spcBef>
                <a:spcPts val="999"/>
              </a:spcBef>
              <a:spcAft>
                <a:spcPts val="0"/>
              </a:spcAft>
              <a:buFont typeface="Arial"/>
              <a:buChar char="•"/>
              <a:defRPr/>
            </a:pPr>
            <a:r>
              <a:rPr sz="1600" b="0" i="0" u="none" strike="noStrike" cap="none" spc="0">
                <a:solidFill>
                  <a:schemeClr val="accent5">
                    <a:lumMod val="75000"/>
                  </a:schemeClr>
                </a:solidFill>
                <a:latin typeface="Arial"/>
                <a:ea typeface="Arial"/>
                <a:cs typeface="Arial"/>
              </a:rPr>
              <a:t>rpcinfo -t host</a:t>
            </a:r>
            <a:r>
              <a:rPr sz="1600" b="0" i="0" u="none" strike="noStrike" cap="none" spc="0">
                <a:solidFill>
                  <a:schemeClr val="accent5">
                    <a:lumMod val="75000"/>
                  </a:schemeClr>
                </a:solidFill>
                <a:latin typeface="Arial"/>
                <a:ea typeface="Arial"/>
                <a:cs typeface="Arial"/>
              </a:rPr>
              <a:t>_ip</a:t>
            </a:r>
            <a:r>
              <a:rPr sz="1600" b="0" i="0" u="none" strike="noStrike" cap="none" spc="0">
                <a:solidFill>
                  <a:schemeClr val="accent5">
                    <a:lumMod val="75000"/>
                  </a:schemeClr>
                </a:solidFill>
                <a:latin typeface="Arial"/>
                <a:ea typeface="Arial"/>
                <a:cs typeface="Arial"/>
              </a:rPr>
              <a:t> prog_num [ver_num] (TCP)</a:t>
            </a:r>
            <a:endParaRPr sz="2200" b="0" i="0" u="none" strike="noStrike" cap="none" spc="0">
              <a:solidFill>
                <a:schemeClr val="accent5">
                  <a:lumMod val="75000"/>
                </a:schemeClr>
              </a:solidFill>
              <a:latin typeface="Arial"/>
              <a:cs typeface="Arial"/>
            </a:endParaRPr>
          </a:p>
          <a:p>
            <a:pPr marL="457200" indent="-342900" algn="l">
              <a:lnSpc>
                <a:spcPct val="100000"/>
              </a:lnSpc>
              <a:spcBef>
                <a:spcPts val="1000"/>
              </a:spcBef>
              <a:buFont typeface="Arial"/>
              <a:buChar char="•"/>
              <a:defRPr/>
            </a:pPr>
            <a:r>
              <a:rPr lang="fr-FR" sz="2200" b="0">
                <a:solidFill>
                  <a:schemeClr val="accent5">
                    <a:lumMod val="75000"/>
                  </a:schemeClr>
                </a:solidFill>
              </a:rPr>
              <a:t>NFS reste l'usage le plus courant</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pic>
        <p:nvPicPr>
          <p:cNvPr id="727458574" name=""/>
          <p:cNvPicPr>
            <a:picLocks noChangeAspect="1"/>
          </p:cNvPicPr>
          <p:nvPr/>
        </p:nvPicPr>
        <p:blipFill>
          <a:blip r:embed="rId3"/>
          <a:stretch/>
        </p:blipFill>
        <p:spPr bwMode="auto">
          <a:xfrm>
            <a:off x="3287990" y="5000870"/>
            <a:ext cx="6324599" cy="17049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Des RPC classiques à gRPC</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gRPC : RPC moderne (Google), sur HTTP/2</a:t>
            </a:r>
            <a:endParaRPr/>
          </a:p>
          <a:p>
            <a:pPr marL="457200" indent="-342900" algn="l">
              <a:lnSpc>
                <a:spcPct val="100000"/>
              </a:lnSpc>
              <a:spcBef>
                <a:spcPts val="1000"/>
              </a:spcBef>
              <a:buFont typeface="Arial"/>
              <a:buChar char="•"/>
              <a:defRPr/>
            </a:pPr>
            <a:r>
              <a:rPr lang="fr-FR" sz="2200" b="0">
                <a:solidFill>
                  <a:schemeClr val="accent5">
                    <a:lumMod val="75000"/>
                  </a:schemeClr>
                </a:solidFill>
              </a:rPr>
              <a:t>IDL = Protocol Buffers (.proto), multi-langages</a:t>
            </a:r>
            <a:endParaRPr/>
          </a:p>
          <a:p>
            <a:pPr marL="457200" indent="-342900" algn="l">
              <a:lnSpc>
                <a:spcPct val="100000"/>
              </a:lnSpc>
              <a:spcBef>
                <a:spcPts val="1000"/>
              </a:spcBef>
              <a:buFont typeface="Arial"/>
              <a:buChar char="•"/>
              <a:defRPr/>
            </a:pPr>
            <a:r>
              <a:rPr lang="fr-FR" sz="2200" b="0">
                <a:solidFill>
                  <a:schemeClr val="accent5">
                    <a:lumMod val="75000"/>
                  </a:schemeClr>
                </a:solidFill>
              </a:rPr>
              <a:t>Streaming, TLS intégré, hautes performances</a:t>
            </a:r>
            <a:endParaRPr/>
          </a:p>
          <a:p>
            <a:pPr marL="457200" indent="-342900" algn="l">
              <a:lnSpc>
                <a:spcPct val="100000"/>
              </a:lnSpc>
              <a:spcBef>
                <a:spcPts val="1000"/>
              </a:spcBef>
              <a:buFont typeface="Arial"/>
              <a:buChar char="•"/>
              <a:defRPr/>
            </a:pPr>
            <a:r>
              <a:rPr lang="fr-FR" sz="2200" b="0">
                <a:solidFill>
                  <a:schemeClr val="accent5">
                    <a:lumMod val="75000"/>
                  </a:schemeClr>
                </a:solidFill>
              </a:rPr>
              <a:t>Alternative : API REST (HTTP/JSON), plus simple à exposer</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207622" name="Title"/>
          <p:cNvSpPr txBox="1">
            <a:spLocks noGrp="1"/>
          </p:cNvSpPr>
          <p:nvPr>
            <p:ph type="title"/>
          </p:nvPr>
        </p:nvSpPr>
        <p:spPr bwMode="auto">
          <a:prstGeom prst="rect">
            <a:avLst/>
          </a:prstGeom>
        </p:spPr>
        <p:txBody>
          <a:bodyPr>
            <a:normAutofit/>
          </a:bodyPr>
          <a:lstStyle/>
          <a:p>
            <a:pPr>
              <a:defRPr/>
            </a:pPr>
            <a:r>
              <a:rPr lang="fr-FR"/>
              <a:t>Plan de la première partie</a:t>
            </a:r>
            <a:endParaRPr/>
          </a:p>
        </p:txBody>
      </p:sp>
      <p:sp>
        <p:nvSpPr>
          <p:cNvPr id="2082589562" name="Content"/>
          <p:cNvSpPr>
            <a:spLocks noGrp="1"/>
          </p:cNvSpPr>
          <p:nvPr>
            <p:ph idx="1"/>
          </p:nvPr>
        </p:nvSpPr>
        <p:spPr bwMode="auto"/>
        <p:txBody>
          <a:bodyPr>
            <a:normAutofit/>
          </a:bodyPr>
          <a:lstStyle/>
          <a:p>
            <a:pPr marL="457200" indent="-342900" algn="l">
              <a:lnSpc>
                <a:spcPct val="100000"/>
              </a:lnSpc>
              <a:spcBef>
                <a:spcPts val="998"/>
              </a:spcBef>
              <a:buFont typeface="Arial"/>
              <a:buChar char="•"/>
              <a:defRPr/>
            </a:pPr>
            <a:r>
              <a:rPr lang="fr-FR" sz="2200" b="0">
                <a:solidFill>
                  <a:schemeClr val="accent5">
                    <a:lumMod val="75000"/>
                  </a:schemeClr>
                </a:solidFill>
              </a:rPr>
              <a:t>Organisation pratique et contenu du module</a:t>
            </a:r>
            <a:endParaRPr i="0"/>
          </a:p>
          <a:p>
            <a:pPr marL="457200" indent="-342900" algn="l">
              <a:lnSpc>
                <a:spcPct val="100000"/>
              </a:lnSpc>
              <a:spcBef>
                <a:spcPts val="998"/>
              </a:spcBef>
              <a:buFont typeface="Arial"/>
              <a:buChar char="•"/>
              <a:defRPr/>
            </a:pPr>
            <a:r>
              <a:rPr lang="fr-FR" sz="2200" b="0" i="0">
                <a:solidFill>
                  <a:schemeClr val="accent5">
                    <a:lumMod val="75000"/>
                  </a:schemeClr>
                </a:solidFill>
              </a:rPr>
              <a:t>Rappels : Internet et le modèle TCP/IP</a:t>
            </a:r>
            <a:endParaRPr/>
          </a:p>
          <a:p>
            <a:pPr marL="457200" indent="-342900" algn="l">
              <a:lnSpc>
                <a:spcPct val="100000"/>
              </a:lnSpc>
              <a:spcBef>
                <a:spcPts val="998"/>
              </a:spcBef>
              <a:buFont typeface="Arial"/>
              <a:buChar char="•"/>
              <a:defRPr/>
            </a:pPr>
            <a:r>
              <a:rPr lang="fr-FR" sz="2200" b="0">
                <a:solidFill>
                  <a:schemeClr val="accent5">
                    <a:lumMod val="75000"/>
                  </a:schemeClr>
                </a:solidFill>
              </a:rPr>
              <a:t>Architecture Client/Serveur et middleware</a:t>
            </a:r>
            <a:endParaRPr/>
          </a:p>
          <a:p>
            <a:pPr marL="457200" indent="-342900" algn="l">
              <a:lnSpc>
                <a:spcPct val="100000"/>
              </a:lnSpc>
              <a:spcBef>
                <a:spcPts val="998"/>
              </a:spcBef>
              <a:buFont typeface="Arial"/>
              <a:buChar char="•"/>
              <a:defRPr/>
            </a:pPr>
            <a:r>
              <a:rPr lang="fr-FR" sz="2200" b="0">
                <a:solidFill>
                  <a:schemeClr val="accent5">
                    <a:lumMod val="75000"/>
                  </a:schemeClr>
                </a:solidFill>
              </a:rPr>
              <a:t>Communications inter-processus et sockets</a:t>
            </a:r>
            <a:endParaRPr/>
          </a:p>
          <a:p>
            <a:pPr marL="457200" indent="-342900" algn="l">
              <a:lnSpc>
                <a:spcPct val="100000"/>
              </a:lnSpc>
              <a:spcBef>
                <a:spcPts val="998"/>
              </a:spcBef>
              <a:buFont typeface="Arial"/>
              <a:buChar char="•"/>
              <a:defRPr/>
            </a:pPr>
            <a:r>
              <a:rPr lang="fr-FR" sz="2200" b="0">
                <a:solidFill>
                  <a:schemeClr val="accent5">
                    <a:lumMod val="75000"/>
                  </a:schemeClr>
                </a:solidFill>
              </a:rPr>
              <a:t>Appels de procédures distantes (des RPC à gRPC)</a:t>
            </a:r>
            <a:endParaRPr/>
          </a:p>
          <a:p>
            <a:pPr marL="457200" indent="-342900" algn="l">
              <a:lnSpc>
                <a:spcPct val="100000"/>
              </a:lnSpc>
              <a:spcBef>
                <a:spcPts val="998"/>
              </a:spcBef>
              <a:buFont typeface="Arial"/>
              <a:buChar char="•"/>
              <a:defRPr/>
            </a:pPr>
            <a:r>
              <a:rPr lang="fr-FR" sz="2200" b="1">
                <a:solidFill>
                  <a:schemeClr val="accent5">
                    <a:lumMod val="75000"/>
                  </a:schemeClr>
                </a:solidFill>
              </a:rPr>
              <a:t>Exercices</a:t>
            </a:r>
            <a:endParaRPr/>
          </a:p>
        </p:txBody>
      </p:sp>
      <p:sp>
        <p:nvSpPr>
          <p:cNvPr id="933436144" name="Slide Number"/>
          <p:cNvSpPr txBox="1">
            <a:spLocks noGrp="1"/>
          </p:cNvSpPr>
          <p:nvPr>
            <p:ph type="sldNum" sz="quarter" idx="2"/>
          </p:nvPr>
        </p:nvSpPr>
        <p:spPr bwMode="auto">
          <a:prstGeom prst="rect">
            <a:avLst/>
          </a:prstGeom>
        </p:spPr>
        <p:txBody>
          <a:bodyPr/>
          <a:lstStyle/>
          <a:p>
            <a:pPr>
              <a:defRPr/>
            </a:pPr>
            <a:fld id="{ADB8E68C-33D4-04F3-BE67-87FEC390BD5C}" type="slidenum">
              <a:rPr/>
              <a:t/>
            </a:fld>
            <a:endParaRPr/>
          </a:p>
        </p:txBody>
      </p:sp>
      <p:sp>
        <p:nvSpPr>
          <p:cNvPr id="257296367" name="Date"/>
          <p:cNvSpPr>
            <a:spLocks noGrp="1"/>
          </p:cNvSpPr>
          <p:nvPr>
            <p:ph type="dt" sz="half" idx="10"/>
          </p:nvPr>
        </p:nvSpPr>
        <p:spPr bwMode="auto"/>
        <p:txBody>
          <a:bodyPr/>
          <a:lstStyle/>
          <a:p>
            <a:pPr>
              <a:defRPr/>
            </a:pPr>
            <a:fld id="{A81790E6-5DC5-9531-2C88-29813B8EF3B1}" type="datetime1">
              <a:rPr lang="fr-FR"/>
              <a:t/>
            </a:fld>
            <a:endParaRPr/>
          </a:p>
        </p:txBody>
      </p:sp>
      <p:sp>
        <p:nvSpPr>
          <p:cNvPr id="1975013368"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Exercices</a:t>
            </a:r>
            <a:endParaRPr/>
          </a:p>
        </p:txBody>
      </p:sp>
      <p:sp>
        <p:nvSpPr>
          <p:cNvPr id="9001" name="Slide Number"/>
          <p:cNvSpPr txBox="1">
            <a:spLocks noGrp="1"/>
          </p:cNvSpPr>
          <p:nvPr>
            <p:ph type="sldNum" sz="quarter" idx="1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Lecture bloquante / non bloquante</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Lire exactement 100 octets sur une socket (mode connecté)</a:t>
            </a:r>
            <a:endParaRPr lang="fr-FR" sz="2200" b="0">
              <a:solidFill>
                <a:schemeClr val="accent5">
                  <a:lumMod val="75000"/>
                </a:schemeClr>
              </a:solidFill>
            </a:endParaRPr>
          </a:p>
          <a:p>
            <a:pPr marL="457200" indent="-342900" algn="l">
              <a:lnSpc>
                <a:spcPct val="100000"/>
              </a:lnSpc>
              <a:spcBef>
                <a:spcPts val="999"/>
              </a:spcBef>
              <a:buFont typeface="Arial"/>
              <a:buChar char="•"/>
              <a:defRPr/>
            </a:pPr>
            <a:r>
              <a:rPr sz="2200" b="0">
                <a:solidFill>
                  <a:schemeClr val="accent5">
                    <a:lumMod val="75000"/>
                  </a:schemeClr>
                </a:solidFill>
              </a:rPr>
              <a:t>Décrire l’laogirhme correspondant et les avantes/inconvénients :</a:t>
            </a:r>
            <a:endParaRPr/>
          </a:p>
          <a:p>
            <a:pPr marL="857250" lvl="1" indent="-342900" algn="l">
              <a:lnSpc>
                <a:spcPct val="100000"/>
              </a:lnSpc>
              <a:spcBef>
                <a:spcPts val="1000"/>
              </a:spcBef>
              <a:buFont typeface="Arial"/>
              <a:buChar char="•"/>
              <a:defRPr/>
            </a:pPr>
            <a:r>
              <a:rPr lang="fr-FR" sz="1800" b="0">
                <a:solidFill>
                  <a:schemeClr val="accent5">
                    <a:lumMod val="75000"/>
                  </a:schemeClr>
                </a:solidFill>
              </a:rPr>
              <a:t>Cas d'une lecture complètement bloquante (read attend tout)</a:t>
            </a:r>
            <a:endParaRPr/>
          </a:p>
          <a:p>
            <a:pPr marL="857250" lvl="1" indent="-342900" algn="l">
              <a:lnSpc>
                <a:spcPct val="100000"/>
              </a:lnSpc>
              <a:spcBef>
                <a:spcPts val="1000"/>
              </a:spcBef>
              <a:buFont typeface="Arial"/>
              <a:buChar char="•"/>
              <a:defRPr/>
            </a:pPr>
            <a:r>
              <a:rPr lang="fr-FR" sz="1800" b="0">
                <a:solidFill>
                  <a:schemeClr val="accent5">
                    <a:lumMod val="75000"/>
                  </a:schemeClr>
                </a:solidFill>
              </a:rPr>
              <a:t>Cas standard des sockets (« au moins 1 octet »)</a:t>
            </a:r>
            <a:endParaRPr/>
          </a:p>
          <a:p>
            <a:pPr marL="857250" lvl="1" indent="-342900" algn="l">
              <a:lnSpc>
                <a:spcPct val="100000"/>
              </a:lnSpc>
              <a:spcBef>
                <a:spcPts val="1000"/>
              </a:spcBef>
              <a:buFont typeface="Arial"/>
              <a:buChar char="•"/>
              <a:defRPr/>
            </a:pPr>
            <a:r>
              <a:rPr lang="fr-FR" sz="1800" b="0">
                <a:solidFill>
                  <a:schemeClr val="accent5">
                    <a:lumMod val="75000"/>
                  </a:schemeClr>
                </a:solidFill>
              </a:rPr>
              <a:t>Cas d'une lecture non bloquante (EWOULDBLOCK) — avantages/inconvénients</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Analyse d'une application Client/Serveur</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Quel service ? combien d'arguments au client ?</a:t>
            </a:r>
            <a:endParaRPr/>
          </a:p>
          <a:p>
            <a:pPr marL="457200" indent="-342900" algn="l">
              <a:lnSpc>
                <a:spcPct val="100000"/>
              </a:lnSpc>
              <a:spcBef>
                <a:spcPts val="1000"/>
              </a:spcBef>
              <a:buFont typeface="Arial"/>
              <a:buChar char="•"/>
              <a:defRPr/>
            </a:pPr>
            <a:r>
              <a:rPr lang="fr-FR" sz="2200" b="0">
                <a:solidFill>
                  <a:schemeClr val="accent5">
                    <a:lumMod val="75000"/>
                  </a:schemeClr>
                </a:solidFill>
              </a:rPr>
              <a:t>Quel port serveur ? mode connecté ou non ? justifier</a:t>
            </a:r>
            <a:endParaRPr/>
          </a:p>
          <a:p>
            <a:pPr marL="457200" indent="-342900" algn="l">
              <a:lnSpc>
                <a:spcPct val="100000"/>
              </a:lnSpc>
              <a:spcBef>
                <a:spcPts val="1000"/>
              </a:spcBef>
              <a:buFont typeface="Arial"/>
              <a:buChar char="•"/>
              <a:defRPr/>
            </a:pPr>
            <a:r>
              <a:rPr lang="fr-FR" sz="2200" b="0">
                <a:solidFill>
                  <a:schemeClr val="accent5">
                    <a:lumMod val="75000"/>
                  </a:schemeClr>
                </a:solidFill>
              </a:rPr>
              <a:t>Rôle des constantes BUF_SIZE et QUEUE_SIZE</a:t>
            </a:r>
            <a:endParaRPr/>
          </a:p>
          <a:p>
            <a:pPr marL="457200" indent="-342900" algn="l">
              <a:lnSpc>
                <a:spcPct val="100000"/>
              </a:lnSpc>
              <a:spcBef>
                <a:spcPts val="1000"/>
              </a:spcBef>
              <a:buFont typeface="Arial"/>
              <a:buChar char="•"/>
              <a:defRPr/>
            </a:pPr>
            <a:r>
              <a:rPr lang="fr-FR" sz="2200" b="0">
                <a:solidFill>
                  <a:schemeClr val="accent5">
                    <a:lumMod val="75000"/>
                  </a:schemeClr>
                </a:solidFill>
              </a:rPr>
              <a:t>Le serveur passe-t-il à l'échelle ? proposer une solution</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9010" name="Title"/>
          <p:cNvSpPr txBox="1">
            <a:spLocks noGrp="1"/>
          </p:cNvSpPr>
          <p:nvPr>
            <p:ph type="title"/>
          </p:nvPr>
        </p:nvSpPr>
        <p:spPr bwMode="auto">
          <a:prstGeom prst="rect">
            <a:avLst/>
          </a:prstGeom>
        </p:spPr>
        <p:txBody>
          <a:bodyPr>
            <a:normAutofit/>
          </a:bodyPr>
          <a:lstStyle/>
          <a:p>
            <a:pPr>
              <a:defRPr/>
            </a:pPr>
            <a:r>
              <a:rPr lang="fr-FR"/>
              <a:t>Un mini-inetd</a:t>
            </a:r>
            <a:endParaRPr/>
          </a:p>
        </p:txBody>
      </p:sp>
      <p:sp>
        <p:nvSpPr>
          <p:cNvPr id="9011" name="Content"/>
          <p:cNvSpPr>
            <a:spLocks noGrp="1"/>
          </p:cNvSpPr>
          <p:nvPr>
            <p:ph idx="1"/>
          </p:nvPr>
        </p:nvSpPr>
        <p:spPr bwMode="auto"/>
        <p:txBody>
          <a:bodyPr>
            <a:normAutofit/>
          </a:bodyPr>
          <a:lstStyle/>
          <a:p>
            <a:pPr marL="457200" indent="-342900" algn="l">
              <a:lnSpc>
                <a:spcPct val="100000"/>
              </a:lnSpc>
              <a:spcBef>
                <a:spcPts val="1000"/>
              </a:spcBef>
              <a:buFont typeface="Arial"/>
              <a:buChar char="•"/>
              <a:defRPr/>
            </a:pPr>
            <a:r>
              <a:rPr lang="fr-FR" sz="2200" b="0">
                <a:solidFill>
                  <a:schemeClr val="accent5">
                    <a:lumMod val="75000"/>
                  </a:schemeClr>
                </a:solidFill>
              </a:rPr>
              <a:t>Compléter la page de manuel et le schéma algorithmique</a:t>
            </a:r>
            <a:endParaRPr/>
          </a:p>
          <a:p>
            <a:pPr marL="457200" indent="-342900" algn="l">
              <a:lnSpc>
                <a:spcPct val="100000"/>
              </a:lnSpc>
              <a:spcBef>
                <a:spcPts val="1000"/>
              </a:spcBef>
              <a:buFont typeface="Arial"/>
              <a:buChar char="•"/>
              <a:defRPr/>
            </a:pPr>
            <a:r>
              <a:rPr lang="fr-FR" sz="2200" b="0">
                <a:solidFill>
                  <a:schemeClr val="accent5">
                    <a:lumMod val="75000"/>
                  </a:schemeClr>
                </a:solidFill>
              </a:rPr>
              <a:t>Rôle et signature de la fonction tcp_listen()</a:t>
            </a:r>
            <a:endParaRPr/>
          </a:p>
          <a:p>
            <a:pPr marL="457200" indent="-342900" algn="l">
              <a:lnSpc>
                <a:spcPct val="100000"/>
              </a:lnSpc>
              <a:spcBef>
                <a:spcPts val="1000"/>
              </a:spcBef>
              <a:buFont typeface="Arial"/>
              <a:buChar char="•"/>
              <a:defRPr/>
            </a:pPr>
            <a:r>
              <a:rPr lang="fr-FR" sz="2200" b="0">
                <a:solidFill>
                  <a:schemeClr val="accent5">
                    <a:lumMod val="75000"/>
                  </a:schemeClr>
                </a:solidFill>
              </a:rPr>
              <a:t>Différences et similitudes entre mini-inetd et inetd</a:t>
            </a:r>
            <a:endParaRPr/>
          </a:p>
          <a:p>
            <a:pPr marL="457200" indent="-342900" algn="l">
              <a:lnSpc>
                <a:spcPct val="100000"/>
              </a:lnSpc>
              <a:spcBef>
                <a:spcPts val="1000"/>
              </a:spcBef>
              <a:buFont typeface="Arial"/>
              <a:buChar char="•"/>
              <a:defRPr/>
            </a:pPr>
            <a:r>
              <a:rPr lang="fr-FR" sz="2200" b="0">
                <a:solidFill>
                  <a:schemeClr val="accent5">
                    <a:lumMod val="75000"/>
                  </a:schemeClr>
                </a:solidFill>
              </a:rPr>
              <a:t>Étendre pour gérer plusieurs couples (port, programme)</a:t>
            </a:r>
            <a:endParaRPr/>
          </a:p>
        </p:txBody>
      </p:sp>
      <p:sp>
        <p:nvSpPr>
          <p:cNvPr id="9001" name="Slide Number"/>
          <p:cNvSpPr txBox="1">
            <a:spLocks noGrp="1"/>
          </p:cNvSpPr>
          <p:nvPr>
            <p:ph type="sldNum" sz="quarter" idx="2"/>
          </p:nvPr>
        </p:nvSpPr>
        <p:spPr bwMode="auto">
          <a:prstGeom prst="rect">
            <a:avLst/>
          </a:prstGeom>
        </p:spPr>
        <p:txBody>
          <a:bodyPr/>
          <a:lstStyle/>
          <a:p>
            <a:pPr>
              <a:defRPr/>
            </a:pPr>
            <a:fld id="{DB20D828-0625-0AAD-A98F-2FA4CB81982E}" type="slidenum">
              <a:rPr/>
              <a:t/>
            </a:fld>
            <a:endParaRPr/>
          </a:p>
        </p:txBody>
      </p:sp>
      <p:sp>
        <p:nvSpPr>
          <p:cNvPr id="9002" name="Date"/>
          <p:cNvSpPr>
            <a:spLocks noGrp="1"/>
          </p:cNvSpPr>
          <p:nvPr>
            <p:ph type="dt" sz="half" idx="10"/>
          </p:nvPr>
        </p:nvSpPr>
        <p:spPr bwMode="auto"/>
        <p:txBody>
          <a:bodyPr/>
          <a:lstStyle/>
          <a:p>
            <a:pPr>
              <a:defRPr/>
            </a:pPr>
            <a:fld id="{E02DFE9D-3E04-4B59-7E9F-9772254CDCA6}" type="datetime1">
              <a:rPr lang="fr-FR"/>
              <a:t/>
            </a:fld>
            <a:endParaRPr/>
          </a:p>
        </p:txBody>
      </p:sp>
      <p:sp>
        <p:nvSpPr>
          <p:cNvPr id="9003" name="Footer"/>
          <p:cNvSpPr>
            <a:spLocks noGrp="1"/>
          </p:cNvSpPr>
          <p:nvPr>
            <p:ph type="ftr" sz="quarter" idx="11"/>
          </p:nvPr>
        </p:nvSpPr>
        <p:spPr bwMode="auto"/>
        <p:txBody>
          <a:bodyPr/>
          <a:lstStyle/>
          <a:p>
            <a:pPr>
              <a:defRPr/>
            </a:pPr>
            <a:r>
              <a:rPr/>
              <a:t>CM | 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ONLYOFFICE/8.3.2.19</Application>
  <PresentationFormat>On-screen Show (4:3)</PresentationFormat>
  <Paragraphs>0</Paragraphs>
  <Slides>133</Slides>
  <Notes>133</Notes>
  <HiddenSlides>0</HiddenSlides>
  <MMClips>2</MMClips>
  <ScaleCrop>0</ScaleCrop>
  <HeadingPairs>
    <vt:vector size="4" baseType="variant">
      <vt:variant>
        <vt:lpstr>Theme</vt:lpstr>
      </vt:variant>
      <vt:variant>
        <vt:i4>1</vt:i4>
      </vt:variant>
      <vt:variant>
        <vt:lpstr>Slide Titles</vt:lpstr>
      </vt:variant>
      <vt:variant>
        <vt:i4>133</vt:i4>
      </vt:variant>
    </vt:vector>
  </HeadingPairs>
  <TitlesOfParts>
    <vt:vector size="13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cp:revision>
  <dcterms:created xsi:type="dcterms:W3CDTF">2012-12-03T06:56:55Z</dcterms:created>
  <dcterms:modified xsi:type="dcterms:W3CDTF">2026-09-22T07:31:50Z</dcterms:modified>
</cp:coreProperties>
</file>